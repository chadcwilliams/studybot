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7" r:id="rId2"/>
    <p:sldId id="323" r:id="rId3"/>
    <p:sldId id="325" r:id="rId4"/>
    <p:sldId id="281" r:id="rId5"/>
    <p:sldId id="282" r:id="rId6"/>
    <p:sldId id="286" r:id="rId7"/>
    <p:sldId id="331" r:id="rId8"/>
    <p:sldId id="287" r:id="rId9"/>
    <p:sldId id="288" r:id="rId10"/>
    <p:sldId id="326" r:id="rId11"/>
    <p:sldId id="256" r:id="rId12"/>
    <p:sldId id="289" r:id="rId13"/>
    <p:sldId id="461" r:id="rId14"/>
    <p:sldId id="330" r:id="rId15"/>
    <p:sldId id="290" r:id="rId16"/>
    <p:sldId id="450" r:id="rId17"/>
    <p:sldId id="452" r:id="rId18"/>
    <p:sldId id="457" r:id="rId19"/>
    <p:sldId id="453" r:id="rId20"/>
    <p:sldId id="458" r:id="rId21"/>
    <p:sldId id="451" r:id="rId22"/>
    <p:sldId id="459" r:id="rId23"/>
    <p:sldId id="454" r:id="rId24"/>
    <p:sldId id="460" r:id="rId25"/>
    <p:sldId id="293" r:id="rId26"/>
    <p:sldId id="297" r:id="rId27"/>
    <p:sldId id="294" r:id="rId28"/>
    <p:sldId id="295" r:id="rId29"/>
    <p:sldId id="296" r:id="rId30"/>
    <p:sldId id="447" r:id="rId31"/>
    <p:sldId id="449" r:id="rId32"/>
    <p:sldId id="327" r:id="rId33"/>
    <p:sldId id="448" r:id="rId34"/>
    <p:sldId id="283" r:id="rId35"/>
    <p:sldId id="284" r:id="rId36"/>
    <p:sldId id="462" r:id="rId37"/>
    <p:sldId id="455" r:id="rId38"/>
    <p:sldId id="303" r:id="rId39"/>
    <p:sldId id="469" r:id="rId40"/>
    <p:sldId id="305" r:id="rId41"/>
    <p:sldId id="311" r:id="rId42"/>
    <p:sldId id="309" r:id="rId43"/>
    <p:sldId id="467" r:id="rId44"/>
    <p:sldId id="310" r:id="rId45"/>
    <p:sldId id="313" r:id="rId46"/>
    <p:sldId id="466" r:id="rId47"/>
    <p:sldId id="468" r:id="rId48"/>
    <p:sldId id="328" r:id="rId49"/>
    <p:sldId id="463" r:id="rId50"/>
    <p:sldId id="319" r:id="rId51"/>
    <p:sldId id="322" r:id="rId52"/>
    <p:sldId id="320" r:id="rId53"/>
    <p:sldId id="464" r:id="rId54"/>
    <p:sldId id="444" r:id="rId55"/>
    <p:sldId id="465" r:id="rId56"/>
    <p:sldId id="446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2F7"/>
    <a:srgbClr val="2C5F7C"/>
    <a:srgbClr val="1B3A4B"/>
    <a:srgbClr val="E8871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05FE11-326A-4C0D-AA93-F1349427DFC2}" v="143" dt="2026-08-20T20:27:36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6327"/>
  </p:normalViewPr>
  <p:slideViewPr>
    <p:cSldViewPr snapToGrid="0" snapToObjects="1">
      <p:cViewPr>
        <p:scale>
          <a:sx n="90" d="100"/>
          <a:sy n="90" d="100"/>
        </p:scale>
        <p:origin x="44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undo redo custSel addSld delSld modSld sldOrd">
      <pc:chgData name="Chad Williams" userId="618f96a3-8672-4e43-ae03-eeed93bb7387" providerId="ADAL" clId="{DFF2BB08-185E-495B-B2A0-BE0942C7B81E}" dt="2026-08-20T20:27:48.776" v="2746" actId="1036"/>
      <pc:docMkLst>
        <pc:docMk/>
      </pc:docMkLst>
      <pc:sldChg chg="addSp delSp add del mod modAnim">
        <pc:chgData name="Chad Williams" userId="618f96a3-8672-4e43-ae03-eeed93bb7387" providerId="ADAL" clId="{DFF2BB08-185E-495B-B2A0-BE0942C7B81E}" dt="2026-07-23T21:03:10.471" v="2100"/>
        <pc:sldMkLst>
          <pc:docMk/>
          <pc:sldMk cId="0" sldId="256"/>
        </pc:sldMkLst>
      </pc:sldChg>
      <pc:sldChg chg="addSp delSp modSp mod delAnim modAnim">
        <pc:chgData name="Chad Williams" userId="618f96a3-8672-4e43-ae03-eeed93bb7387" providerId="ADAL" clId="{DFF2BB08-185E-495B-B2A0-BE0942C7B81E}" dt="2026-08-20T20:16:33.387" v="2510"/>
        <pc:sldMkLst>
          <pc:docMk/>
          <pc:sldMk cId="671358418" sldId="305"/>
        </pc:sldMkLst>
        <pc:spChg chg="mod">
          <ac:chgData name="Chad Williams" userId="618f96a3-8672-4e43-ae03-eeed93bb7387" providerId="ADAL" clId="{DFF2BB08-185E-495B-B2A0-BE0942C7B81E}" dt="2026-08-20T20:07:46.904" v="2196" actId="1035"/>
          <ac:spMkLst>
            <pc:docMk/>
            <pc:sldMk cId="671358418" sldId="305"/>
            <ac:spMk id="7" creationId="{4C192818-6E1F-158E-2723-EE19BD211E74}"/>
          </ac:spMkLst>
        </pc:spChg>
        <pc:spChg chg="mod">
          <ac:chgData name="Chad Williams" userId="618f96a3-8672-4e43-ae03-eeed93bb7387" providerId="ADAL" clId="{DFF2BB08-185E-495B-B2A0-BE0942C7B81E}" dt="2026-08-20T20:07:42.320" v="2172" actId="1036"/>
          <ac:spMkLst>
            <pc:docMk/>
            <pc:sldMk cId="671358418" sldId="305"/>
            <ac:spMk id="8" creationId="{3FB7D7AB-0CB5-DA0D-CE98-ECB4E5D35E92}"/>
          </ac:spMkLst>
        </pc:spChg>
        <pc:spChg chg="mod">
          <ac:chgData name="Chad Williams" userId="618f96a3-8672-4e43-ae03-eeed93bb7387" providerId="ADAL" clId="{DFF2BB08-185E-495B-B2A0-BE0942C7B81E}" dt="2026-08-20T20:07:51.529" v="2197" actId="1076"/>
          <ac:spMkLst>
            <pc:docMk/>
            <pc:sldMk cId="671358418" sldId="305"/>
            <ac:spMk id="12" creationId="{A7852619-C90B-BC51-3C99-69A8E9F77152}"/>
          </ac:spMkLst>
        </pc:spChg>
        <pc:picChg chg="add mod ord">
          <ac:chgData name="Chad Williams" userId="618f96a3-8672-4e43-ae03-eeed93bb7387" providerId="ADAL" clId="{DFF2BB08-185E-495B-B2A0-BE0942C7B81E}" dt="2026-08-20T20:07:35.950" v="2165" actId="167"/>
          <ac:picMkLst>
            <pc:docMk/>
            <pc:sldMk cId="671358418" sldId="305"/>
            <ac:picMk id="4" creationId="{15B246AF-EA9E-0A95-0CFF-C05C7FB454FF}"/>
          </ac:picMkLst>
        </pc:picChg>
        <pc:picChg chg="del">
          <ac:chgData name="Chad Williams" userId="618f96a3-8672-4e43-ae03-eeed93bb7387" providerId="ADAL" clId="{DFF2BB08-185E-495B-B2A0-BE0942C7B81E}" dt="2026-08-20T20:07:32.701" v="2164" actId="478"/>
          <ac:picMkLst>
            <pc:docMk/>
            <pc:sldMk cId="671358418" sldId="305"/>
            <ac:picMk id="10" creationId="{E7AAA596-46E2-3245-BF9F-6B1E1DCA56D7}"/>
          </ac:picMkLst>
        </pc:picChg>
        <pc:cxnChg chg="mod">
          <ac:chgData name="Chad Williams" userId="618f96a3-8672-4e43-ae03-eeed93bb7387" providerId="ADAL" clId="{DFF2BB08-185E-495B-B2A0-BE0942C7B81E}" dt="2026-08-20T20:08:03.584" v="2199" actId="1076"/>
          <ac:cxnSpMkLst>
            <pc:docMk/>
            <pc:sldMk cId="671358418" sldId="305"/>
            <ac:cxnSpMk id="9" creationId="{E5DE500B-3536-3B4D-88FD-5F69FAEF24AF}"/>
          </ac:cxnSpMkLst>
        </pc:cxnChg>
        <pc:cxnChg chg="mod">
          <ac:chgData name="Chad Williams" userId="618f96a3-8672-4e43-ae03-eeed93bb7387" providerId="ADAL" clId="{DFF2BB08-185E-495B-B2A0-BE0942C7B81E}" dt="2026-08-20T20:07:59.169" v="2198" actId="14100"/>
          <ac:cxnSpMkLst>
            <pc:docMk/>
            <pc:sldMk cId="671358418" sldId="305"/>
            <ac:cxnSpMk id="11" creationId="{A444D7C8-2E18-C008-802A-B120B120AA15}"/>
          </ac:cxnSpMkLst>
        </pc:cxnChg>
      </pc:sldChg>
      <pc:sldChg chg="addSp delSp modSp mod modAnim">
        <pc:chgData name="Chad Williams" userId="618f96a3-8672-4e43-ae03-eeed93bb7387" providerId="ADAL" clId="{DFF2BB08-185E-495B-B2A0-BE0942C7B81E}" dt="2026-08-20T20:17:44.903" v="2518" actId="6549"/>
        <pc:sldMkLst>
          <pc:docMk/>
          <pc:sldMk cId="2454244110" sldId="309"/>
        </pc:sldMkLst>
        <pc:spChg chg="mod">
          <ac:chgData name="Chad Williams" userId="618f96a3-8672-4e43-ae03-eeed93bb7387" providerId="ADAL" clId="{DFF2BB08-185E-495B-B2A0-BE0942C7B81E}" dt="2026-08-20T20:17:44.903" v="2518" actId="6549"/>
          <ac:spMkLst>
            <pc:docMk/>
            <pc:sldMk cId="2454244110" sldId="309"/>
            <ac:spMk id="6" creationId="{E2186E47-8D53-C243-BE8B-CDF44B0FDA1A}"/>
          </ac:spMkLst>
        </pc:spChg>
        <pc:spChg chg="mod">
          <ac:chgData name="Chad Williams" userId="618f96a3-8672-4e43-ae03-eeed93bb7387" providerId="ADAL" clId="{DFF2BB08-185E-495B-B2A0-BE0942C7B81E}" dt="2026-08-20T20:12:38.077" v="2405" actId="1036"/>
          <ac:spMkLst>
            <pc:docMk/>
            <pc:sldMk cId="2454244110" sldId="309"/>
            <ac:spMk id="8" creationId="{3D43324E-DA94-1CC9-0FAF-80ECBF4EA1F8}"/>
          </ac:spMkLst>
        </pc:spChg>
        <pc:spChg chg="mod">
          <ac:chgData name="Chad Williams" userId="618f96a3-8672-4e43-ae03-eeed93bb7387" providerId="ADAL" clId="{DFF2BB08-185E-495B-B2A0-BE0942C7B81E}" dt="2026-08-20T20:12:42.351" v="2419" actId="1035"/>
          <ac:spMkLst>
            <pc:docMk/>
            <pc:sldMk cId="2454244110" sldId="309"/>
            <ac:spMk id="12" creationId="{244891D8-C43E-295D-B737-729932F5D7DC}"/>
          </ac:spMkLst>
        </pc:spChg>
        <pc:picChg chg="add mod ord">
          <ac:chgData name="Chad Williams" userId="618f96a3-8672-4e43-ae03-eeed93bb7387" providerId="ADAL" clId="{DFF2BB08-185E-495B-B2A0-BE0942C7B81E}" dt="2026-08-20T20:12:32.486" v="2379" actId="1036"/>
          <ac:picMkLst>
            <pc:docMk/>
            <pc:sldMk cId="2454244110" sldId="309"/>
            <ac:picMk id="4" creationId="{2707336B-B69F-DC39-ADE4-649476A420D4}"/>
          </ac:picMkLst>
        </pc:picChg>
        <pc:picChg chg="del">
          <ac:chgData name="Chad Williams" userId="618f96a3-8672-4e43-ae03-eeed93bb7387" providerId="ADAL" clId="{DFF2BB08-185E-495B-B2A0-BE0942C7B81E}" dt="2026-08-20T20:12:25.307" v="2371" actId="478"/>
          <ac:picMkLst>
            <pc:docMk/>
            <pc:sldMk cId="2454244110" sldId="309"/>
            <ac:picMk id="9" creationId="{0138579A-CFAC-314F-B2D7-2D054BE71DAD}"/>
          </ac:picMkLst>
        </pc:picChg>
        <pc:cxnChg chg="mod">
          <ac:chgData name="Chad Williams" userId="618f96a3-8672-4e43-ae03-eeed93bb7387" providerId="ADAL" clId="{DFF2BB08-185E-495B-B2A0-BE0942C7B81E}" dt="2026-08-20T20:12:42.351" v="2419" actId="1035"/>
          <ac:cxnSpMkLst>
            <pc:docMk/>
            <pc:sldMk cId="2454244110" sldId="309"/>
            <ac:cxnSpMk id="10" creationId="{03B11223-7443-8E05-0467-1F6E44A92496}"/>
          </ac:cxnSpMkLst>
        </pc:cxnChg>
        <pc:cxnChg chg="mod">
          <ac:chgData name="Chad Williams" userId="618f96a3-8672-4e43-ae03-eeed93bb7387" providerId="ADAL" clId="{DFF2BB08-185E-495B-B2A0-BE0942C7B81E}" dt="2026-08-20T20:12:47.514" v="2420" actId="14100"/>
          <ac:cxnSpMkLst>
            <pc:docMk/>
            <pc:sldMk cId="2454244110" sldId="309"/>
            <ac:cxnSpMk id="11" creationId="{F55FEFE9-5233-0C76-62BF-BCF557180F5C}"/>
          </ac:cxnSpMkLst>
        </pc:cxnChg>
      </pc:sldChg>
      <pc:sldChg chg="addSp delSp modSp mod modAnim">
        <pc:chgData name="Chad Williams" userId="618f96a3-8672-4e43-ae03-eeed93bb7387" providerId="ADAL" clId="{DFF2BB08-185E-495B-B2A0-BE0942C7B81E}" dt="2026-08-20T20:16:53.930" v="2514"/>
        <pc:sldMkLst>
          <pc:docMk/>
          <pc:sldMk cId="4094540978" sldId="310"/>
        </pc:sldMkLst>
        <pc:spChg chg="mod">
          <ac:chgData name="Chad Williams" userId="618f96a3-8672-4e43-ae03-eeed93bb7387" providerId="ADAL" clId="{DFF2BB08-185E-495B-B2A0-BE0942C7B81E}" dt="2026-08-20T20:13:16.364" v="2442" actId="1035"/>
          <ac:spMkLst>
            <pc:docMk/>
            <pc:sldMk cId="4094540978" sldId="310"/>
            <ac:spMk id="7" creationId="{BF739788-D266-DB40-D1D1-D1073F89C47B}"/>
          </ac:spMkLst>
        </pc:spChg>
        <pc:spChg chg="mod">
          <ac:chgData name="Chad Williams" userId="618f96a3-8672-4e43-ae03-eeed93bb7387" providerId="ADAL" clId="{DFF2BB08-185E-495B-B2A0-BE0942C7B81E}" dt="2026-08-20T20:13:20.281" v="2443" actId="1076"/>
          <ac:spMkLst>
            <pc:docMk/>
            <pc:sldMk cId="4094540978" sldId="310"/>
            <ac:spMk id="8" creationId="{98769257-7040-F86C-C34B-A398EFA367E9}"/>
          </ac:spMkLst>
        </pc:spChg>
        <pc:spChg chg="mod">
          <ac:chgData name="Chad Williams" userId="618f96a3-8672-4e43-ae03-eeed93bb7387" providerId="ADAL" clId="{DFF2BB08-185E-495B-B2A0-BE0942C7B81E}" dt="2026-08-20T20:13:24.980" v="2444" actId="1076"/>
          <ac:spMkLst>
            <pc:docMk/>
            <pc:sldMk cId="4094540978" sldId="310"/>
            <ac:spMk id="12" creationId="{E813D674-7E0C-DF1A-F766-92AB66348C81}"/>
          </ac:spMkLst>
        </pc:spChg>
        <pc:picChg chg="add ord">
          <ac:chgData name="Chad Williams" userId="618f96a3-8672-4e43-ae03-eeed93bb7387" providerId="ADAL" clId="{DFF2BB08-185E-495B-B2A0-BE0942C7B81E}" dt="2026-08-20T20:13:10.780" v="2423" actId="167"/>
          <ac:picMkLst>
            <pc:docMk/>
            <pc:sldMk cId="4094540978" sldId="310"/>
            <ac:picMk id="4" creationId="{D9983E82-3907-B174-6DDD-DB87749A1D3F}"/>
          </ac:picMkLst>
        </pc:picChg>
        <pc:picChg chg="del">
          <ac:chgData name="Chad Williams" userId="618f96a3-8672-4e43-ae03-eeed93bb7387" providerId="ADAL" clId="{DFF2BB08-185E-495B-B2A0-BE0942C7B81E}" dt="2026-08-20T20:13:08.018" v="2421" actId="478"/>
          <ac:picMkLst>
            <pc:docMk/>
            <pc:sldMk cId="4094540978" sldId="310"/>
            <ac:picMk id="9" creationId="{8E3BD89E-B5AB-9B44-911D-6F8B9A0F7B35}"/>
          </ac:picMkLst>
        </pc:picChg>
        <pc:picChg chg="add mod">
          <ac:chgData name="Chad Williams" userId="618f96a3-8672-4e43-ae03-eeed93bb7387" providerId="ADAL" clId="{DFF2BB08-185E-495B-B2A0-BE0942C7B81E}" dt="2026-08-20T20:16:49.699" v="2513"/>
          <ac:picMkLst>
            <pc:docMk/>
            <pc:sldMk cId="4094540978" sldId="310"/>
            <ac:picMk id="15" creationId="{FD45115F-E265-DB04-2F6C-501D36257AA5}"/>
          </ac:picMkLst>
        </pc:picChg>
        <pc:cxnChg chg="mod">
          <ac:chgData name="Chad Williams" userId="618f96a3-8672-4e43-ae03-eeed93bb7387" providerId="ADAL" clId="{DFF2BB08-185E-495B-B2A0-BE0942C7B81E}" dt="2026-08-20T20:13:28.196" v="2458" actId="1036"/>
          <ac:cxnSpMkLst>
            <pc:docMk/>
            <pc:sldMk cId="4094540978" sldId="310"/>
            <ac:cxnSpMk id="10" creationId="{53BBE7D7-E06B-37A5-8BA7-8AC8BB27952E}"/>
          </ac:cxnSpMkLst>
        </pc:cxnChg>
        <pc:cxnChg chg="mod">
          <ac:chgData name="Chad Williams" userId="618f96a3-8672-4e43-ae03-eeed93bb7387" providerId="ADAL" clId="{DFF2BB08-185E-495B-B2A0-BE0942C7B81E}" dt="2026-08-20T20:13:24.980" v="2444" actId="1076"/>
          <ac:cxnSpMkLst>
            <pc:docMk/>
            <pc:sldMk cId="4094540978" sldId="310"/>
            <ac:cxnSpMk id="11" creationId="{71F9FBBA-6412-F944-29C9-81F108E2F640}"/>
          </ac:cxnSpMkLst>
        </pc:cxnChg>
      </pc:sldChg>
      <pc:sldChg chg="addSp delSp modSp mod modAnim">
        <pc:chgData name="Chad Williams" userId="618f96a3-8672-4e43-ae03-eeed93bb7387" providerId="ADAL" clId="{DFF2BB08-185E-495B-B2A0-BE0942C7B81E}" dt="2026-08-20T20:16:37.526" v="2511"/>
        <pc:sldMkLst>
          <pc:docMk/>
          <pc:sldMk cId="2068104177" sldId="311"/>
        </pc:sldMkLst>
        <pc:spChg chg="mod">
          <ac:chgData name="Chad Williams" userId="618f96a3-8672-4e43-ae03-eeed93bb7387" providerId="ADAL" clId="{DFF2BB08-185E-495B-B2A0-BE0942C7B81E}" dt="2026-08-20T20:11:22.138" v="2366" actId="114"/>
          <ac:spMkLst>
            <pc:docMk/>
            <pc:sldMk cId="2068104177" sldId="311"/>
            <ac:spMk id="6" creationId="{E2186E47-8D53-C243-BE8B-CDF44B0FDA1A}"/>
          </ac:spMkLst>
        </pc:spChg>
        <pc:spChg chg="mod">
          <ac:chgData name="Chad Williams" userId="618f96a3-8672-4e43-ae03-eeed93bb7387" providerId="ADAL" clId="{DFF2BB08-185E-495B-B2A0-BE0942C7B81E}" dt="2026-08-20T20:10:03.677" v="2293" actId="1036"/>
          <ac:spMkLst>
            <pc:docMk/>
            <pc:sldMk cId="2068104177" sldId="311"/>
            <ac:spMk id="7" creationId="{EFA9FDBD-15AF-D831-AF2D-CBB58F7C6055}"/>
          </ac:spMkLst>
        </pc:spChg>
        <pc:spChg chg="mod">
          <ac:chgData name="Chad Williams" userId="618f96a3-8672-4e43-ae03-eeed93bb7387" providerId="ADAL" clId="{DFF2BB08-185E-495B-B2A0-BE0942C7B81E}" dt="2026-08-20T20:10:10.422" v="2314" actId="1037"/>
          <ac:spMkLst>
            <pc:docMk/>
            <pc:sldMk cId="2068104177" sldId="311"/>
            <ac:spMk id="8" creationId="{DBEB432C-0094-A7C2-21F1-B3BDDEF2DD8C}"/>
          </ac:spMkLst>
        </pc:spChg>
        <pc:spChg chg="mod">
          <ac:chgData name="Chad Williams" userId="618f96a3-8672-4e43-ae03-eeed93bb7387" providerId="ADAL" clId="{DFF2BB08-185E-495B-B2A0-BE0942C7B81E}" dt="2026-08-20T20:10:16.193" v="2332" actId="1038"/>
          <ac:spMkLst>
            <pc:docMk/>
            <pc:sldMk cId="2068104177" sldId="311"/>
            <ac:spMk id="11" creationId="{78597ECF-9465-A468-705E-D36296BBED13}"/>
          </ac:spMkLst>
        </pc:spChg>
        <pc:picChg chg="add del mod ord">
          <ac:chgData name="Chad Williams" userId="618f96a3-8672-4e43-ae03-eeed93bb7387" providerId="ADAL" clId="{DFF2BB08-185E-495B-B2A0-BE0942C7B81E}" dt="2026-08-20T20:09:57.356" v="2279" actId="1035"/>
          <ac:picMkLst>
            <pc:docMk/>
            <pc:sldMk cId="2068104177" sldId="311"/>
            <ac:picMk id="4" creationId="{7BC90C6F-6B10-5131-DD9C-426954DEEABD}"/>
          </ac:picMkLst>
        </pc:picChg>
        <pc:picChg chg="add del">
          <ac:chgData name="Chad Williams" userId="618f96a3-8672-4e43-ae03-eeed93bb7387" providerId="ADAL" clId="{DFF2BB08-185E-495B-B2A0-BE0942C7B81E}" dt="2026-08-20T20:09:35.118" v="2239" actId="478"/>
          <ac:picMkLst>
            <pc:docMk/>
            <pc:sldMk cId="2068104177" sldId="311"/>
            <ac:picMk id="13" creationId="{1ED0A5EC-F159-2B4D-8941-3CC163D6D33B}"/>
          </ac:picMkLst>
        </pc:picChg>
        <pc:picChg chg="del">
          <ac:chgData name="Chad Williams" userId="618f96a3-8672-4e43-ae03-eeed93bb7387" providerId="ADAL" clId="{DFF2BB08-185E-495B-B2A0-BE0942C7B81E}" dt="2026-08-20T20:09:44.994" v="2246" actId="478"/>
          <ac:picMkLst>
            <pc:docMk/>
            <pc:sldMk cId="2068104177" sldId="311"/>
            <ac:picMk id="14" creationId="{E23A8816-CF53-6644-9623-53B0168B1F5E}"/>
          </ac:picMkLst>
        </pc:picChg>
        <pc:picChg chg="add del">
          <ac:chgData name="Chad Williams" userId="618f96a3-8672-4e43-ae03-eeed93bb7387" providerId="ADAL" clId="{DFF2BB08-185E-495B-B2A0-BE0942C7B81E}" dt="2026-08-20T20:09:46.200" v="2248" actId="22"/>
          <ac:picMkLst>
            <pc:docMk/>
            <pc:sldMk cId="2068104177" sldId="311"/>
            <ac:picMk id="19" creationId="{BEE165EF-60BB-81B7-20E9-AAFCEC8D8B7D}"/>
          </ac:picMkLst>
        </pc:picChg>
        <pc:cxnChg chg="mod">
          <ac:chgData name="Chad Williams" userId="618f96a3-8672-4e43-ae03-eeed93bb7387" providerId="ADAL" clId="{DFF2BB08-185E-495B-B2A0-BE0942C7B81E}" dt="2026-08-20T20:10:16.193" v="2332" actId="1038"/>
          <ac:cxnSpMkLst>
            <pc:docMk/>
            <pc:sldMk cId="2068104177" sldId="311"/>
            <ac:cxnSpMk id="9" creationId="{9409EF28-ED5C-2D14-FAAF-82B157648583}"/>
          </ac:cxnSpMkLst>
        </pc:cxnChg>
        <pc:cxnChg chg="mod">
          <ac:chgData name="Chad Williams" userId="618f96a3-8672-4e43-ae03-eeed93bb7387" providerId="ADAL" clId="{DFF2BB08-185E-495B-B2A0-BE0942C7B81E}" dt="2026-08-20T20:10:20.805" v="2333" actId="14100"/>
          <ac:cxnSpMkLst>
            <pc:docMk/>
            <pc:sldMk cId="2068104177" sldId="311"/>
            <ac:cxnSpMk id="10" creationId="{891127DD-A76E-1414-3E6A-C366E64180AA}"/>
          </ac:cxnSpMkLst>
        </pc:cxnChg>
      </pc:sldChg>
      <pc:sldChg chg="del">
        <pc:chgData name="Chad Williams" userId="618f96a3-8672-4e43-ae03-eeed93bb7387" providerId="ADAL" clId="{DFF2BB08-185E-495B-B2A0-BE0942C7B81E}" dt="2026-08-20T20:11:59.345" v="2368" actId="47"/>
        <pc:sldMkLst>
          <pc:docMk/>
          <pc:sldMk cId="2338904144" sldId="312"/>
        </pc:sldMkLst>
      </pc:sldChg>
      <pc:sldChg chg="addSp delSp modSp mod delAnim modAnim">
        <pc:chgData name="Chad Williams" userId="618f96a3-8672-4e43-ae03-eeed93bb7387" providerId="ADAL" clId="{DFF2BB08-185E-495B-B2A0-BE0942C7B81E}" dt="2026-08-20T20:16:57.184" v="2515"/>
        <pc:sldMkLst>
          <pc:docMk/>
          <pc:sldMk cId="1461167813" sldId="313"/>
        </pc:sldMkLst>
        <pc:spChg chg="mod">
          <ac:chgData name="Chad Williams" userId="618f96a3-8672-4e43-ae03-eeed93bb7387" providerId="ADAL" clId="{DFF2BB08-185E-495B-B2A0-BE0942C7B81E}" dt="2026-08-20T20:15:03.336" v="2506" actId="20577"/>
          <ac:spMkLst>
            <pc:docMk/>
            <pc:sldMk cId="1461167813" sldId="313"/>
            <ac:spMk id="6" creationId="{E2186E47-8D53-C243-BE8B-CDF44B0FDA1A}"/>
          </ac:spMkLst>
        </pc:spChg>
        <pc:spChg chg="mod">
          <ac:chgData name="Chad Williams" userId="618f96a3-8672-4e43-ae03-eeed93bb7387" providerId="ADAL" clId="{DFF2BB08-185E-495B-B2A0-BE0942C7B81E}" dt="2026-08-20T20:13:52.274" v="2470" actId="1036"/>
          <ac:spMkLst>
            <pc:docMk/>
            <pc:sldMk cId="1461167813" sldId="313"/>
            <ac:spMk id="7" creationId="{6D962752-460C-8DA5-CC15-D0BCB51646C0}"/>
          </ac:spMkLst>
        </pc:spChg>
        <pc:spChg chg="mod">
          <ac:chgData name="Chad Williams" userId="618f96a3-8672-4e43-ae03-eeed93bb7387" providerId="ADAL" clId="{DFF2BB08-185E-495B-B2A0-BE0942C7B81E}" dt="2026-08-20T20:14:21.458" v="2482" actId="1036"/>
          <ac:spMkLst>
            <pc:docMk/>
            <pc:sldMk cId="1461167813" sldId="313"/>
            <ac:spMk id="9" creationId="{17C10D4A-797F-2756-7843-F24F162BD093}"/>
          </ac:spMkLst>
        </pc:spChg>
        <pc:spChg chg="mod">
          <ac:chgData name="Chad Williams" userId="618f96a3-8672-4e43-ae03-eeed93bb7387" providerId="ADAL" clId="{DFF2BB08-185E-495B-B2A0-BE0942C7B81E}" dt="2026-08-20T20:14:16.168" v="2475" actId="1076"/>
          <ac:spMkLst>
            <pc:docMk/>
            <pc:sldMk cId="1461167813" sldId="313"/>
            <ac:spMk id="12" creationId="{E7DF9A81-062D-BC62-623D-1CFD06DF4A9A}"/>
          </ac:spMkLst>
        </pc:spChg>
        <pc:picChg chg="add ord">
          <ac:chgData name="Chad Williams" userId="618f96a3-8672-4e43-ae03-eeed93bb7387" providerId="ADAL" clId="{DFF2BB08-185E-495B-B2A0-BE0942C7B81E}" dt="2026-08-20T20:13:42.259" v="2463" actId="167"/>
          <ac:picMkLst>
            <pc:docMk/>
            <pc:sldMk cId="1461167813" sldId="313"/>
            <ac:picMk id="4" creationId="{2FF1ECE8-41F5-7ECB-0775-265A00828534}"/>
          </ac:picMkLst>
        </pc:picChg>
        <pc:picChg chg="del">
          <ac:chgData name="Chad Williams" userId="618f96a3-8672-4e43-ae03-eeed93bb7387" providerId="ADAL" clId="{DFF2BB08-185E-495B-B2A0-BE0942C7B81E}" dt="2026-08-20T20:13:33.187" v="2459" actId="478"/>
          <ac:picMkLst>
            <pc:docMk/>
            <pc:sldMk cId="1461167813" sldId="313"/>
            <ac:picMk id="8" creationId="{E6D525B8-0F30-0A41-ACB5-3AC2A8B412CE}"/>
          </ac:picMkLst>
        </pc:picChg>
        <pc:cxnChg chg="mod">
          <ac:chgData name="Chad Williams" userId="618f96a3-8672-4e43-ae03-eeed93bb7387" providerId="ADAL" clId="{DFF2BB08-185E-495B-B2A0-BE0942C7B81E}" dt="2026-08-20T20:14:05.412" v="2473" actId="1076"/>
          <ac:cxnSpMkLst>
            <pc:docMk/>
            <pc:sldMk cId="1461167813" sldId="313"/>
            <ac:cxnSpMk id="10" creationId="{BC3C653E-D523-B958-048B-581B43DD92B3}"/>
          </ac:cxnSpMkLst>
        </pc:cxnChg>
        <pc:cxnChg chg="del mod">
          <ac:chgData name="Chad Williams" userId="618f96a3-8672-4e43-ae03-eeed93bb7387" providerId="ADAL" clId="{DFF2BB08-185E-495B-B2A0-BE0942C7B81E}" dt="2026-08-20T20:14:00.508" v="2472" actId="478"/>
          <ac:cxnSpMkLst>
            <pc:docMk/>
            <pc:sldMk cId="1461167813" sldId="313"/>
            <ac:cxnSpMk id="11" creationId="{22DB55F7-97A1-ABFB-A87D-818CE7A5BB07}"/>
          </ac:cxnSpMkLst>
        </pc:cxnChg>
      </pc:sldChg>
      <pc:sldChg chg="addSp delSp modSp mod modAnim">
        <pc:chgData name="Chad Williams" userId="618f96a3-8672-4e43-ae03-eeed93bb7387" providerId="ADAL" clId="{DFF2BB08-185E-495B-B2A0-BE0942C7B81E}" dt="2026-08-20T20:27:48.776" v="2746" actId="1036"/>
        <pc:sldMkLst>
          <pc:docMk/>
          <pc:sldMk cId="2254876752" sldId="319"/>
        </pc:sldMkLst>
        <pc:spChg chg="mod">
          <ac:chgData name="Chad Williams" userId="618f96a3-8672-4e43-ae03-eeed93bb7387" providerId="ADAL" clId="{DFF2BB08-185E-495B-B2A0-BE0942C7B81E}" dt="2026-08-20T20:27:48.776" v="2746" actId="1036"/>
          <ac:spMkLst>
            <pc:docMk/>
            <pc:sldMk cId="2254876752" sldId="319"/>
            <ac:spMk id="9" creationId="{7D163C14-10D7-5683-E475-41F05DCDB27E}"/>
          </ac:spMkLst>
        </pc:spChg>
        <pc:spChg chg="mod">
          <ac:chgData name="Chad Williams" userId="618f96a3-8672-4e43-ae03-eeed93bb7387" providerId="ADAL" clId="{DFF2BB08-185E-495B-B2A0-BE0942C7B81E}" dt="2026-08-20T20:24:27.849" v="2632" actId="1076"/>
          <ac:spMkLst>
            <pc:docMk/>
            <pc:sldMk cId="2254876752" sldId="319"/>
            <ac:spMk id="11" creationId="{B97AE41A-053F-3A4F-9960-77FD6D117A2C}"/>
          </ac:spMkLst>
        </pc:spChg>
        <pc:spChg chg="mod">
          <ac:chgData name="Chad Williams" userId="618f96a3-8672-4e43-ae03-eeed93bb7387" providerId="ADAL" clId="{DFF2BB08-185E-495B-B2A0-BE0942C7B81E}" dt="2026-08-20T20:24:31.216" v="2633" actId="1076"/>
          <ac:spMkLst>
            <pc:docMk/>
            <pc:sldMk cId="2254876752" sldId="319"/>
            <ac:spMk id="14" creationId="{A99274B3-FE4D-D8B2-D534-177A3C876783}"/>
          </ac:spMkLst>
        </pc:spChg>
        <pc:picChg chg="add ord">
          <ac:chgData name="Chad Williams" userId="618f96a3-8672-4e43-ae03-eeed93bb7387" providerId="ADAL" clId="{DFF2BB08-185E-495B-B2A0-BE0942C7B81E}" dt="2026-08-20T20:24:18.154" v="2630" actId="167"/>
          <ac:picMkLst>
            <pc:docMk/>
            <pc:sldMk cId="2254876752" sldId="319"/>
            <ac:picMk id="4" creationId="{4548B568-4922-8BDD-D7F1-37F53EADDD3A}"/>
          </ac:picMkLst>
        </pc:picChg>
        <pc:picChg chg="del">
          <ac:chgData name="Chad Williams" userId="618f96a3-8672-4e43-ae03-eeed93bb7387" providerId="ADAL" clId="{DFF2BB08-185E-495B-B2A0-BE0942C7B81E}" dt="2026-08-20T20:24:14.644" v="2628" actId="478"/>
          <ac:picMkLst>
            <pc:docMk/>
            <pc:sldMk cId="2254876752" sldId="319"/>
            <ac:picMk id="10" creationId="{E7AAA596-46E2-3245-BF9F-6B1E1DCA56D7}"/>
          </ac:picMkLst>
        </pc:picChg>
        <pc:cxnChg chg="mod">
          <ac:chgData name="Chad Williams" userId="618f96a3-8672-4e43-ae03-eeed93bb7387" providerId="ADAL" clId="{DFF2BB08-185E-495B-B2A0-BE0942C7B81E}" dt="2026-08-20T20:24:47.146" v="2636" actId="1076"/>
          <ac:cxnSpMkLst>
            <pc:docMk/>
            <pc:sldMk cId="2254876752" sldId="319"/>
            <ac:cxnSpMk id="12" creationId="{B5C00892-6CBE-007F-F466-C6B7D9EC9689}"/>
          </ac:cxnSpMkLst>
        </pc:cxnChg>
        <pc:cxnChg chg="mod">
          <ac:chgData name="Chad Williams" userId="618f96a3-8672-4e43-ae03-eeed93bb7387" providerId="ADAL" clId="{DFF2BB08-185E-495B-B2A0-BE0942C7B81E}" dt="2026-08-20T20:24:31.216" v="2633" actId="1076"/>
          <ac:cxnSpMkLst>
            <pc:docMk/>
            <pc:sldMk cId="2254876752" sldId="319"/>
            <ac:cxnSpMk id="13" creationId="{5ACFF6FD-75AD-C8CD-4D15-D57F36900259}"/>
          </ac:cxnSpMkLst>
        </pc:cxnChg>
      </pc:sldChg>
      <pc:sldChg chg="addSp delSp modSp mod modAnim">
        <pc:chgData name="Chad Williams" userId="618f96a3-8672-4e43-ae03-eeed93bb7387" providerId="ADAL" clId="{DFF2BB08-185E-495B-B2A0-BE0942C7B81E}" dt="2026-08-20T20:27:21.372" v="2743" actId="20577"/>
        <pc:sldMkLst>
          <pc:docMk/>
          <pc:sldMk cId="3894352205" sldId="320"/>
        </pc:sldMkLst>
        <pc:spChg chg="mod">
          <ac:chgData name="Chad Williams" userId="618f96a3-8672-4e43-ae03-eeed93bb7387" providerId="ADAL" clId="{DFF2BB08-185E-495B-B2A0-BE0942C7B81E}" dt="2026-08-20T20:27:21.372" v="2743" actId="20577"/>
          <ac:spMkLst>
            <pc:docMk/>
            <pc:sldMk cId="3894352205" sldId="320"/>
            <ac:spMk id="6" creationId="{E2186E47-8D53-C243-BE8B-CDF44B0FDA1A}"/>
          </ac:spMkLst>
        </pc:spChg>
        <pc:spChg chg="mod">
          <ac:chgData name="Chad Williams" userId="618f96a3-8672-4e43-ae03-eeed93bb7387" providerId="ADAL" clId="{DFF2BB08-185E-495B-B2A0-BE0942C7B81E}" dt="2026-08-20T20:25:40.432" v="2655" actId="1076"/>
          <ac:spMkLst>
            <pc:docMk/>
            <pc:sldMk cId="3894352205" sldId="320"/>
            <ac:spMk id="7" creationId="{1CCCBD88-A829-E712-F649-0112FE2DD77E}"/>
          </ac:spMkLst>
        </pc:spChg>
        <pc:spChg chg="mod">
          <ac:chgData name="Chad Williams" userId="618f96a3-8672-4e43-ae03-eeed93bb7387" providerId="ADAL" clId="{DFF2BB08-185E-495B-B2A0-BE0942C7B81E}" dt="2026-08-20T20:26:29.867" v="2686" actId="1037"/>
          <ac:spMkLst>
            <pc:docMk/>
            <pc:sldMk cId="3894352205" sldId="320"/>
            <ac:spMk id="9" creationId="{0C399510-8DC3-9C09-0D81-574C09831F0E}"/>
          </ac:spMkLst>
        </pc:spChg>
        <pc:spChg chg="mod">
          <ac:chgData name="Chad Williams" userId="618f96a3-8672-4e43-ae03-eeed93bb7387" providerId="ADAL" clId="{DFF2BB08-185E-495B-B2A0-BE0942C7B81E}" dt="2026-08-20T20:26:23.074" v="2683" actId="1076"/>
          <ac:spMkLst>
            <pc:docMk/>
            <pc:sldMk cId="3894352205" sldId="320"/>
            <ac:spMk id="12" creationId="{409ED0ED-325B-317D-45B0-308FB4F1EB4E}"/>
          </ac:spMkLst>
        </pc:spChg>
        <pc:picChg chg="add ord">
          <ac:chgData name="Chad Williams" userId="618f96a3-8672-4e43-ae03-eeed93bb7387" providerId="ADAL" clId="{DFF2BB08-185E-495B-B2A0-BE0942C7B81E}" dt="2026-08-20T20:25:30.516" v="2654" actId="167"/>
          <ac:picMkLst>
            <pc:docMk/>
            <pc:sldMk cId="3894352205" sldId="320"/>
            <ac:picMk id="4" creationId="{9C00E85C-DD3E-5075-EC04-27085B540745}"/>
          </ac:picMkLst>
        </pc:picChg>
        <pc:picChg chg="del">
          <ac:chgData name="Chad Williams" userId="618f96a3-8672-4e43-ae03-eeed93bb7387" providerId="ADAL" clId="{DFF2BB08-185E-495B-B2A0-BE0942C7B81E}" dt="2026-08-20T20:25:25.451" v="2652" actId="478"/>
          <ac:picMkLst>
            <pc:docMk/>
            <pc:sldMk cId="3894352205" sldId="320"/>
            <ac:picMk id="8" creationId="{838181A0-68A7-AA4C-B4A2-DB019B616478}"/>
          </ac:picMkLst>
        </pc:picChg>
        <pc:cxnChg chg="mod">
          <ac:chgData name="Chad Williams" userId="618f96a3-8672-4e43-ae03-eeed93bb7387" providerId="ADAL" clId="{DFF2BB08-185E-495B-B2A0-BE0942C7B81E}" dt="2026-08-20T20:26:49.313" v="2696" actId="1038"/>
          <ac:cxnSpMkLst>
            <pc:docMk/>
            <pc:sldMk cId="3894352205" sldId="320"/>
            <ac:cxnSpMk id="10" creationId="{21DA7D8B-918A-6158-3A2F-D1F33BF57033}"/>
          </ac:cxnSpMkLst>
        </pc:cxnChg>
        <pc:cxnChg chg="mod">
          <ac:chgData name="Chad Williams" userId="618f96a3-8672-4e43-ae03-eeed93bb7387" providerId="ADAL" clId="{DFF2BB08-185E-495B-B2A0-BE0942C7B81E}" dt="2026-08-20T20:26:42.971" v="2688" actId="14100"/>
          <ac:cxnSpMkLst>
            <pc:docMk/>
            <pc:sldMk cId="3894352205" sldId="320"/>
            <ac:cxnSpMk id="11" creationId="{2E376123-3BA6-FB8C-D87B-8CF499547F90}"/>
          </ac:cxnSpMkLst>
        </pc:cxnChg>
      </pc:sldChg>
      <pc:sldChg chg="addSp delSp modSp mod modAnim">
        <pc:chgData name="Chad Williams" userId="618f96a3-8672-4e43-ae03-eeed93bb7387" providerId="ADAL" clId="{DFF2BB08-185E-495B-B2A0-BE0942C7B81E}" dt="2026-08-20T20:27:36.525" v="2744"/>
        <pc:sldMkLst>
          <pc:docMk/>
          <pc:sldMk cId="2138243485" sldId="322"/>
        </pc:sldMkLst>
        <pc:spChg chg="mod">
          <ac:chgData name="Chad Williams" userId="618f96a3-8672-4e43-ae03-eeed93bb7387" providerId="ADAL" clId="{DFF2BB08-185E-495B-B2A0-BE0942C7B81E}" dt="2026-08-20T20:25:17.630" v="2651" actId="1076"/>
          <ac:spMkLst>
            <pc:docMk/>
            <pc:sldMk cId="2138243485" sldId="322"/>
            <ac:spMk id="7" creationId="{D7390899-96D7-DDAC-5738-FD3451723A15}"/>
          </ac:spMkLst>
        </pc:spChg>
        <pc:spChg chg="mod">
          <ac:chgData name="Chad Williams" userId="618f96a3-8672-4e43-ae03-eeed93bb7387" providerId="ADAL" clId="{DFF2BB08-185E-495B-B2A0-BE0942C7B81E}" dt="2026-08-20T20:25:09.664" v="2649" actId="1076"/>
          <ac:spMkLst>
            <pc:docMk/>
            <pc:sldMk cId="2138243485" sldId="322"/>
            <ac:spMk id="8" creationId="{7803E84B-CEE2-0AB8-1955-986E20F45727}"/>
          </ac:spMkLst>
        </pc:spChg>
        <pc:spChg chg="mod">
          <ac:chgData name="Chad Williams" userId="618f96a3-8672-4e43-ae03-eeed93bb7387" providerId="ADAL" clId="{DFF2BB08-185E-495B-B2A0-BE0942C7B81E}" dt="2026-08-20T20:25:13.300" v="2650" actId="1076"/>
          <ac:spMkLst>
            <pc:docMk/>
            <pc:sldMk cId="2138243485" sldId="322"/>
            <ac:spMk id="12" creationId="{BB03D9E3-2A98-9C14-94D1-8FF09A05E087}"/>
          </ac:spMkLst>
        </pc:spChg>
        <pc:picChg chg="add mod ord">
          <ac:chgData name="Chad Williams" userId="618f96a3-8672-4e43-ae03-eeed93bb7387" providerId="ADAL" clId="{DFF2BB08-185E-495B-B2A0-BE0942C7B81E}" dt="2026-08-20T20:25:05.335" v="2648" actId="1035"/>
          <ac:picMkLst>
            <pc:docMk/>
            <pc:sldMk cId="2138243485" sldId="322"/>
            <ac:picMk id="4" creationId="{B81E2801-8074-1CF7-AEFC-CD33838A9EB8}"/>
          </ac:picMkLst>
        </pc:picChg>
        <pc:picChg chg="del">
          <ac:chgData name="Chad Williams" userId="618f96a3-8672-4e43-ae03-eeed93bb7387" providerId="ADAL" clId="{DFF2BB08-185E-495B-B2A0-BE0942C7B81E}" dt="2026-08-20T20:24:52.897" v="2637" actId="478"/>
          <ac:picMkLst>
            <pc:docMk/>
            <pc:sldMk cId="2138243485" sldId="322"/>
            <ac:picMk id="10" creationId="{E7AAA596-46E2-3245-BF9F-6B1E1DCA56D7}"/>
          </ac:picMkLst>
        </pc:picChg>
        <pc:cxnChg chg="mod">
          <ac:chgData name="Chad Williams" userId="618f96a3-8672-4e43-ae03-eeed93bb7387" providerId="ADAL" clId="{DFF2BB08-185E-495B-B2A0-BE0942C7B81E}" dt="2026-08-20T20:25:17.630" v="2651" actId="1076"/>
          <ac:cxnSpMkLst>
            <pc:docMk/>
            <pc:sldMk cId="2138243485" sldId="322"/>
            <ac:cxnSpMk id="9" creationId="{8D8F9161-2CD5-EA43-EFF8-4B9F6EFECFD8}"/>
          </ac:cxnSpMkLst>
        </pc:cxnChg>
        <pc:cxnChg chg="mod">
          <ac:chgData name="Chad Williams" userId="618f96a3-8672-4e43-ae03-eeed93bb7387" providerId="ADAL" clId="{DFF2BB08-185E-495B-B2A0-BE0942C7B81E}" dt="2026-08-20T20:25:13.300" v="2650" actId="1076"/>
          <ac:cxnSpMkLst>
            <pc:docMk/>
            <pc:sldMk cId="2138243485" sldId="322"/>
            <ac:cxnSpMk id="11" creationId="{7B5D592C-B91E-2FEE-9FDA-412FFAA77754}"/>
          </ac:cxnSpMkLst>
        </pc:cxnChg>
      </pc:sldChg>
      <pc:sldChg chg="addSp delSp modSp add del mod ord">
        <pc:chgData name="Chad Williams" userId="618f96a3-8672-4e43-ae03-eeed93bb7387" providerId="ADAL" clId="{DFF2BB08-185E-495B-B2A0-BE0942C7B81E}" dt="2026-07-23T21:04:02.758" v="2110" actId="207"/>
        <pc:sldMkLst>
          <pc:docMk/>
          <pc:sldMk cId="0" sldId="461"/>
        </pc:sldMkLst>
        <pc:spChg chg="mod">
          <ac:chgData name="Chad Williams" userId="618f96a3-8672-4e43-ae03-eeed93bb7387" providerId="ADAL" clId="{DFF2BB08-185E-495B-B2A0-BE0942C7B81E}" dt="2026-07-23T21:04:02.758" v="2110" actId="207"/>
          <ac:spMkLst>
            <pc:docMk/>
            <pc:sldMk cId="0" sldId="461"/>
            <ac:spMk id="16" creationId="{00000000-0000-0000-0000-000000000000}"/>
          </ac:spMkLst>
        </pc:spChg>
      </pc:sldChg>
      <pc:sldChg chg="modSp add mod">
        <pc:chgData name="Chad Williams" userId="618f96a3-8672-4e43-ae03-eeed93bb7387" providerId="ADAL" clId="{DFF2BB08-185E-495B-B2A0-BE0942C7B81E}" dt="2026-07-23T21:03:53.632" v="2109" actId="207"/>
        <pc:sldMkLst>
          <pc:docMk/>
          <pc:sldMk cId="0" sldId="462"/>
        </pc:sldMkLst>
        <pc:spChg chg="mod">
          <ac:chgData name="Chad Williams" userId="618f96a3-8672-4e43-ae03-eeed93bb7387" providerId="ADAL" clId="{DFF2BB08-185E-495B-B2A0-BE0942C7B81E}" dt="2026-07-23T21:03:53.632" v="2109" actId="207"/>
          <ac:spMkLst>
            <pc:docMk/>
            <pc:sldMk cId="0" sldId="462"/>
            <ac:spMk id="18" creationId="{00000000-0000-0000-0000-000000000000}"/>
          </ac:spMkLst>
        </pc:spChg>
      </pc:sldChg>
      <pc:sldChg chg="addSp modSp add mod">
        <pc:chgData name="Chad Williams" userId="618f96a3-8672-4e43-ae03-eeed93bb7387" providerId="ADAL" clId="{DFF2BB08-185E-495B-B2A0-BE0942C7B81E}" dt="2026-07-23T21:07:16.258" v="2139" actId="207"/>
        <pc:sldMkLst>
          <pc:docMk/>
          <pc:sldMk cId="1777514520" sldId="463"/>
        </pc:sldMkLst>
        <pc:spChg chg="add mod">
          <ac:chgData name="Chad Williams" userId="618f96a3-8672-4e43-ae03-eeed93bb7387" providerId="ADAL" clId="{DFF2BB08-185E-495B-B2A0-BE0942C7B81E}" dt="2026-07-23T21:06:44.424" v="2135" actId="14100"/>
          <ac:spMkLst>
            <pc:docMk/>
            <pc:sldMk cId="1777514520" sldId="463"/>
            <ac:spMk id="3" creationId="{CEEFD262-27FA-E0AA-6845-8CD695BDD73E}"/>
          </ac:spMkLst>
        </pc:spChg>
        <pc:spChg chg="mod">
          <ac:chgData name="Chad Williams" userId="618f96a3-8672-4e43-ae03-eeed93bb7387" providerId="ADAL" clId="{DFF2BB08-185E-495B-B2A0-BE0942C7B81E}" dt="2026-07-23T21:07:16.258" v="2139" actId="207"/>
          <ac:spMkLst>
            <pc:docMk/>
            <pc:sldMk cId="1777514520" sldId="463"/>
            <ac:spMk id="18" creationId="{A14539B8-01BA-6C48-846C-5EEEFD216A09}"/>
          </ac:spMkLst>
        </pc:spChg>
        <pc:spChg chg="add mod">
          <ac:chgData name="Chad Williams" userId="618f96a3-8672-4e43-ae03-eeed93bb7387" providerId="ADAL" clId="{DFF2BB08-185E-495B-B2A0-BE0942C7B81E}" dt="2026-07-23T21:07:07.035" v="2138" actId="1076"/>
          <ac:spMkLst>
            <pc:docMk/>
            <pc:sldMk cId="1777514520" sldId="463"/>
            <ac:spMk id="46" creationId="{1CAC4E3E-D0B3-DC16-FEEA-BF6BAF434F82}"/>
          </ac:spMkLst>
        </pc:spChg>
        <pc:cxnChg chg="add mod">
          <ac:chgData name="Chad Williams" userId="618f96a3-8672-4e43-ae03-eeed93bb7387" providerId="ADAL" clId="{DFF2BB08-185E-495B-B2A0-BE0942C7B81E}" dt="2026-07-23T21:06:52.794" v="2136" actId="14100"/>
          <ac:cxnSpMkLst>
            <pc:docMk/>
            <pc:sldMk cId="1777514520" sldId="463"/>
            <ac:cxnSpMk id="35" creationId="{6F640C26-A30B-787E-FABA-B3D3C262025F}"/>
          </ac:cxnSpMkLst>
        </pc:cxnChg>
        <pc:cxnChg chg="add mod">
          <ac:chgData name="Chad Williams" userId="618f96a3-8672-4e43-ae03-eeed93bb7387" providerId="ADAL" clId="{DFF2BB08-185E-495B-B2A0-BE0942C7B81E}" dt="2026-07-23T21:06:21.614" v="2131" actId="1076"/>
          <ac:cxnSpMkLst>
            <pc:docMk/>
            <pc:sldMk cId="1777514520" sldId="463"/>
            <ac:cxnSpMk id="36" creationId="{7EB566EB-7E1D-2E37-8C4A-8C6EA52E2DF5}"/>
          </ac:cxnSpMkLst>
        </pc:cxnChg>
      </pc:sldChg>
      <pc:sldChg chg="modSp add mod">
        <pc:chgData name="Chad Williams" userId="618f96a3-8672-4e43-ae03-eeed93bb7387" providerId="ADAL" clId="{DFF2BB08-185E-495B-B2A0-BE0942C7B81E}" dt="2026-07-24T16:57:07.295" v="2153" actId="207"/>
        <pc:sldMkLst>
          <pc:docMk/>
          <pc:sldMk cId="81544236" sldId="464"/>
        </pc:sldMkLst>
        <pc:spChg chg="mod">
          <ac:chgData name="Chad Williams" userId="618f96a3-8672-4e43-ae03-eeed93bb7387" providerId="ADAL" clId="{DFF2BB08-185E-495B-B2A0-BE0942C7B81E}" dt="2026-07-24T16:56:50.551" v="2151" actId="207"/>
          <ac:spMkLst>
            <pc:docMk/>
            <pc:sldMk cId="81544236" sldId="464"/>
            <ac:spMk id="31" creationId="{DB032F64-5008-9864-791D-09B5D4A2C59A}"/>
          </ac:spMkLst>
        </pc:spChg>
        <pc:spChg chg="mod">
          <ac:chgData name="Chad Williams" userId="618f96a3-8672-4e43-ae03-eeed93bb7387" providerId="ADAL" clId="{DFF2BB08-185E-495B-B2A0-BE0942C7B81E}" dt="2026-07-24T16:57:07.295" v="2153" actId="207"/>
          <ac:spMkLst>
            <pc:docMk/>
            <pc:sldMk cId="81544236" sldId="464"/>
            <ac:spMk id="32" creationId="{F3D18538-4681-5FFC-026F-D0EB31807E5F}"/>
          </ac:spMkLst>
        </pc:spChg>
        <pc:spChg chg="mod">
          <ac:chgData name="Chad Williams" userId="618f96a3-8672-4e43-ae03-eeed93bb7387" providerId="ADAL" clId="{DFF2BB08-185E-495B-B2A0-BE0942C7B81E}" dt="2026-07-23T21:07:32.361" v="2145" actId="207"/>
          <ac:spMkLst>
            <pc:docMk/>
            <pc:sldMk cId="81544236" sldId="464"/>
            <ac:spMk id="46" creationId="{8541B757-F831-32D4-7932-9B2D15F22779}"/>
          </ac:spMkLst>
        </pc:spChg>
      </pc:sldChg>
      <pc:sldChg chg="addSp delSp modSp add mod">
        <pc:chgData name="Chad Williams" userId="618f96a3-8672-4e43-ae03-eeed93bb7387" providerId="ADAL" clId="{DFF2BB08-185E-495B-B2A0-BE0942C7B81E}" dt="2026-08-17T19:35:02.840" v="2161" actId="167"/>
        <pc:sldMkLst>
          <pc:docMk/>
          <pc:sldMk cId="1927493404" sldId="465"/>
        </pc:sldMkLst>
        <pc:picChg chg="add mod ord">
          <ac:chgData name="Chad Williams" userId="618f96a3-8672-4e43-ae03-eeed93bb7387" providerId="ADAL" clId="{DFF2BB08-185E-495B-B2A0-BE0942C7B81E}" dt="2026-08-17T19:35:02.840" v="2161" actId="167"/>
          <ac:picMkLst>
            <pc:docMk/>
            <pc:sldMk cId="1927493404" sldId="465"/>
            <ac:picMk id="4" creationId="{06244172-EBE2-64C1-E1AD-FFF534918E26}"/>
          </ac:picMkLst>
        </pc:picChg>
      </pc:sldChg>
      <pc:sldChg chg="delSp modSp add mod delAnim modAnim">
        <pc:chgData name="Chad Williams" userId="618f96a3-8672-4e43-ae03-eeed93bb7387" providerId="ADAL" clId="{DFF2BB08-185E-495B-B2A0-BE0942C7B81E}" dt="2026-08-20T20:17:04.003" v="2516"/>
        <pc:sldMkLst>
          <pc:docMk/>
          <pc:sldMk cId="110292483" sldId="466"/>
        </pc:sldMkLst>
        <pc:spChg chg="mod">
          <ac:chgData name="Chad Williams" userId="618f96a3-8672-4e43-ae03-eeed93bb7387" providerId="ADAL" clId="{DFF2BB08-185E-495B-B2A0-BE0942C7B81E}" dt="2026-08-20T20:14:57.216" v="2505" actId="20577"/>
          <ac:spMkLst>
            <pc:docMk/>
            <pc:sldMk cId="110292483" sldId="466"/>
            <ac:spMk id="6" creationId="{EC8E7A19-517C-2766-317D-6F273504BB4D}"/>
          </ac:spMkLst>
        </pc:spChg>
        <pc:spChg chg="del">
          <ac:chgData name="Chad Williams" userId="618f96a3-8672-4e43-ae03-eeed93bb7387" providerId="ADAL" clId="{DFF2BB08-185E-495B-B2A0-BE0942C7B81E}" dt="2026-08-20T20:15:25.074" v="2508" actId="478"/>
          <ac:spMkLst>
            <pc:docMk/>
            <pc:sldMk cId="110292483" sldId="466"/>
            <ac:spMk id="7" creationId="{042A6CE6-0C11-2089-5248-61CFC9930894}"/>
          </ac:spMkLst>
        </pc:spChg>
        <pc:spChg chg="del">
          <ac:chgData name="Chad Williams" userId="618f96a3-8672-4e43-ae03-eeed93bb7387" providerId="ADAL" clId="{DFF2BB08-185E-495B-B2A0-BE0942C7B81E}" dt="2026-08-20T20:15:25.074" v="2508" actId="478"/>
          <ac:spMkLst>
            <pc:docMk/>
            <pc:sldMk cId="110292483" sldId="466"/>
            <ac:spMk id="9" creationId="{6D2F2649-B193-CA1F-6E47-8B210956113E}"/>
          </ac:spMkLst>
        </pc:spChg>
        <pc:spChg chg="del">
          <ac:chgData name="Chad Williams" userId="618f96a3-8672-4e43-ae03-eeed93bb7387" providerId="ADAL" clId="{DFF2BB08-185E-495B-B2A0-BE0942C7B81E}" dt="2026-08-20T20:15:25.074" v="2508" actId="478"/>
          <ac:spMkLst>
            <pc:docMk/>
            <pc:sldMk cId="110292483" sldId="466"/>
            <ac:spMk id="12" creationId="{80536B5D-3296-3967-E834-67DFCB3D0B19}"/>
          </ac:spMkLst>
        </pc:spChg>
        <pc:cxnChg chg="del">
          <ac:chgData name="Chad Williams" userId="618f96a3-8672-4e43-ae03-eeed93bb7387" providerId="ADAL" clId="{DFF2BB08-185E-495B-B2A0-BE0942C7B81E}" dt="2026-08-20T20:15:25.074" v="2508" actId="478"/>
          <ac:cxnSpMkLst>
            <pc:docMk/>
            <pc:sldMk cId="110292483" sldId="466"/>
            <ac:cxnSpMk id="10" creationId="{AC599D24-E2F9-4AFD-A5B1-A81F673CF0A2}"/>
          </ac:cxnSpMkLst>
        </pc:cxnChg>
      </pc:sldChg>
      <pc:sldChg chg="modSp add del modAnim">
        <pc:chgData name="Chad Williams" userId="618f96a3-8672-4e43-ae03-eeed93bb7387" providerId="ADAL" clId="{DFF2BB08-185E-495B-B2A0-BE0942C7B81E}" dt="2026-08-20T20:18:40.320" v="2522"/>
        <pc:sldMkLst>
          <pc:docMk/>
          <pc:sldMk cId="1742373470" sldId="467"/>
        </pc:sldMkLst>
        <pc:spChg chg="mod">
          <ac:chgData name="Chad Williams" userId="618f96a3-8672-4e43-ae03-eeed93bb7387" providerId="ADAL" clId="{DFF2BB08-185E-495B-B2A0-BE0942C7B81E}" dt="2026-08-20T20:18:28.397" v="2520" actId="20577"/>
          <ac:spMkLst>
            <pc:docMk/>
            <pc:sldMk cId="1742373470" sldId="467"/>
            <ac:spMk id="6" creationId="{2BEF67E5-07BA-B4E1-2993-4073B2FCD944}"/>
          </ac:spMkLst>
        </pc:spChg>
      </pc:sldChg>
      <pc:sldChg chg="addSp delSp modSp add mod delAnim modAnim">
        <pc:chgData name="Chad Williams" userId="618f96a3-8672-4e43-ae03-eeed93bb7387" providerId="ADAL" clId="{DFF2BB08-185E-495B-B2A0-BE0942C7B81E}" dt="2026-08-20T20:20:40.553" v="2556"/>
        <pc:sldMkLst>
          <pc:docMk/>
          <pc:sldMk cId="2558117591" sldId="467"/>
        </pc:sldMkLst>
        <pc:spChg chg="mod">
          <ac:chgData name="Chad Williams" userId="618f96a3-8672-4e43-ae03-eeed93bb7387" providerId="ADAL" clId="{DFF2BB08-185E-495B-B2A0-BE0942C7B81E}" dt="2026-08-20T20:19:33.027" v="2543" actId="20577"/>
          <ac:spMkLst>
            <pc:docMk/>
            <pc:sldMk cId="2558117591" sldId="467"/>
            <ac:spMk id="6" creationId="{38B0E249-BC6D-32E7-DEA0-3E15AAC1FE2E}"/>
          </ac:spMkLst>
        </pc:spChg>
        <pc:picChg chg="add del mod">
          <ac:chgData name="Chad Williams" userId="618f96a3-8672-4e43-ae03-eeed93bb7387" providerId="ADAL" clId="{DFF2BB08-185E-495B-B2A0-BE0942C7B81E}" dt="2026-08-20T20:20:31.289" v="2552" actId="21"/>
          <ac:picMkLst>
            <pc:docMk/>
            <pc:sldMk cId="2558117591" sldId="467"/>
            <ac:picMk id="5" creationId="{6E13195D-E510-A0A4-6680-B2672E3525EF}"/>
          </ac:picMkLst>
        </pc:picChg>
        <pc:picChg chg="add">
          <ac:chgData name="Chad Williams" userId="618f96a3-8672-4e43-ae03-eeed93bb7387" providerId="ADAL" clId="{DFF2BB08-185E-495B-B2A0-BE0942C7B81E}" dt="2026-08-20T20:20:32.641" v="2554" actId="22"/>
          <ac:picMkLst>
            <pc:docMk/>
            <pc:sldMk cId="2558117591" sldId="467"/>
            <ac:picMk id="13" creationId="{64A7FB6D-2F84-3ECF-D117-942CAD29EABE}"/>
          </ac:picMkLst>
        </pc:picChg>
        <pc:picChg chg="del">
          <ac:chgData name="Chad Williams" userId="618f96a3-8672-4e43-ae03-eeed93bb7387" providerId="ADAL" clId="{DFF2BB08-185E-495B-B2A0-BE0942C7B81E}" dt="2026-08-20T20:20:32.381" v="2553" actId="478"/>
          <ac:picMkLst>
            <pc:docMk/>
            <pc:sldMk cId="2558117591" sldId="467"/>
            <ac:picMk id="16" creationId="{4998D064-24A2-FB66-540D-37B90FAAF99F}"/>
          </ac:picMkLst>
        </pc:picChg>
      </pc:sldChg>
      <pc:sldChg chg="addSp delSp modSp add mod delAnim">
        <pc:chgData name="Chad Williams" userId="618f96a3-8672-4e43-ae03-eeed93bb7387" providerId="ADAL" clId="{DFF2BB08-185E-495B-B2A0-BE0942C7B81E}" dt="2026-08-20T20:23:14.467" v="2626" actId="1076"/>
        <pc:sldMkLst>
          <pc:docMk/>
          <pc:sldMk cId="1594887682" sldId="468"/>
        </pc:sldMkLst>
        <pc:spChg chg="del">
          <ac:chgData name="Chad Williams" userId="618f96a3-8672-4e43-ae03-eeed93bb7387" providerId="ADAL" clId="{DFF2BB08-185E-495B-B2A0-BE0942C7B81E}" dt="2026-08-20T20:21:56.436" v="2559" actId="478"/>
          <ac:spMkLst>
            <pc:docMk/>
            <pc:sldMk cId="1594887682" sldId="468"/>
            <ac:spMk id="6" creationId="{B3BCDE42-99FA-A7C6-7447-1B182FAB978F}"/>
          </ac:spMkLst>
        </pc:spChg>
        <pc:graphicFrameChg chg="add del">
          <ac:chgData name="Chad Williams" userId="618f96a3-8672-4e43-ae03-eeed93bb7387" providerId="ADAL" clId="{DFF2BB08-185E-495B-B2A0-BE0942C7B81E}" dt="2026-08-20T20:22:02.394" v="2561" actId="478"/>
          <ac:graphicFrameMkLst>
            <pc:docMk/>
            <pc:sldMk cId="1594887682" sldId="468"/>
            <ac:graphicFrameMk id="3" creationId="{B4AD916E-D093-0F8C-5E4D-A9419AD5BACC}"/>
          </ac:graphicFrameMkLst>
        </pc:graphicFrameChg>
        <pc:graphicFrameChg chg="add mod modGraphic">
          <ac:chgData name="Chad Williams" userId="618f96a3-8672-4e43-ae03-eeed93bb7387" providerId="ADAL" clId="{DFF2BB08-185E-495B-B2A0-BE0942C7B81E}" dt="2026-08-20T20:23:14.467" v="2626" actId="1076"/>
          <ac:graphicFrameMkLst>
            <pc:docMk/>
            <pc:sldMk cId="1594887682" sldId="468"/>
            <ac:graphicFrameMk id="5" creationId="{77DA0FAE-6594-122F-061D-919FEB905619}"/>
          </ac:graphicFrameMkLst>
        </pc:graphicFrameChg>
        <pc:picChg chg="del">
          <ac:chgData name="Chad Williams" userId="618f96a3-8672-4e43-ae03-eeed93bb7387" providerId="ADAL" clId="{DFF2BB08-185E-495B-B2A0-BE0942C7B81E}" dt="2026-08-20T20:21:49.155" v="2558" actId="478"/>
          <ac:picMkLst>
            <pc:docMk/>
            <pc:sldMk cId="1594887682" sldId="468"/>
            <ac:picMk id="16" creationId="{47F9AACE-E585-833D-06D9-832CDF638B9D}"/>
          </ac:picMkLst>
        </pc:picChg>
      </pc:sldChg>
      <pc:sldChg chg="add">
        <pc:chgData name="Chad Williams" userId="618f96a3-8672-4e43-ae03-eeed93bb7387" providerId="ADAL" clId="{DFF2BB08-185E-495B-B2A0-BE0942C7B81E}" dt="2026-08-20T20:23:21.638" v="2627"/>
        <pc:sldMkLst>
          <pc:docMk/>
          <pc:sldMk cId="430600478" sldId="4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2F9550-02EC-444B-B283-D631E2A6773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AA6F8-0682-4C95-B336-22161495A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5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127A9-7620-9B03-09AB-4250803D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5EC3B-5497-65B5-7D23-D937DDDD0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A271C-BC39-40F6-0CF8-C64F63B59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851B2-527A-90D0-FDCF-2F5D69AA5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51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2EC2-6A85-4675-B0CD-DCE55BF0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12637-6A7E-A975-95FC-F7CE3F0B2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5A7FE-5819-A3F1-B3F9-F7F38A2C0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4B62E-0311-2D20-9811-87CA5681A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8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9162-C892-1F4C-997C-9DD361E49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64404-25CF-CF4C-BBCD-581C0EFB4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06DC7-1FB5-1A4B-A216-86EBA8FA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E4146-8F3E-6748-8E00-5A509655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D1C24-8ED6-8841-AD57-A6BD7E35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59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8A3D-DBAD-5E43-9010-65377C54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FE6F6-C86C-574F-B427-82D24771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74D5A-0806-F949-872D-E7DCA9005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2FAE0-048D-EE46-8D75-75E0E8020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6EF29-977A-6048-8772-05AE7769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9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EE6B-82D2-4244-995C-1FCC9ADB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02926-EE36-2549-8C0E-95C44BAB8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9AF31-25DB-3D42-A8A3-194441BF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3086B-E48C-8941-A1C8-DA650816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70196-60F2-ED44-8AAB-BF90149D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7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CC7F-3EA4-4043-A8B2-24F9CBA14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EE0A5-34C1-BF49-8FFE-00D253E04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3A623-6ABF-8645-9226-F4E0245A8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7A1DA-0654-D04C-8BC2-9420F622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3B3ED-B3A6-514E-9D5F-FE850811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91823-3100-DE47-BA0C-38354AC0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9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C1F4-E2CC-B041-82B4-9E9E7CC4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A2F7C-ACF1-D04A-8502-48493CD70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BBCBB-C506-A34C-9662-58C1D886F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BC845-1A75-A045-842C-49FFD0036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2DED5-5E3A-904E-9AD4-D966B8521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2AEE17-3C65-6C4D-A1FA-AB4BBA326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AFA01-4785-7B4A-9E83-999F7C71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59872-CD76-9F47-97E2-1284A868B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3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C520-695F-2841-A242-217F61B3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3A57B-2327-7F42-87CA-D22C0A60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AB162-E844-E142-83FE-A636D1E8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F59DF-9EA0-EA4B-944E-7DEC4640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8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731803-9A9E-8D40-9047-875CC393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85DA3-197D-E844-9FE9-135A99EA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F2C3A-4712-C846-8ADF-42218BBD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8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88F7-D107-294A-86FF-ED080CD06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C7BF-848A-2B47-8D1C-C2A3F0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997CC-425E-8641-8122-9701B452F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6507C-EBDC-194F-81CB-2C426A6F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58110-3128-5848-806C-9A7E3842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65425-A3CB-474B-8F9A-8CF4B923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6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63FB-C783-7948-8DC1-8AC7772E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03E1DC-9985-9444-9725-094B9DC50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271BA-89C5-E34D-9551-F1BF38BCB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39F5D-06A8-2946-BAE5-A9DCE830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8B8C4-07F7-274C-A898-F3961B33E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227CF-8690-CB41-A1D0-094EE217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33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365B-3A1E-F645-A58F-78E1880F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41462-D205-E943-B8BE-73180F9FB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33B06-28A2-B646-A6E0-43DC20EE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BCAFD-9384-3F4F-B951-902098D8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F463-B57A-B846-AF4E-420CDE30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49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6E5C6-622B-6644-87E5-839F05799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C4EAD-31F5-F74C-8CD3-DF092375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23BA5-3FAB-B84A-A936-EEEB29DE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C10BE-7BDA-414A-9E2E-E2C91763E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A1C4D-D0B4-BC47-9F54-E45854E90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08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0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0DBE4-B27A-114A-B12D-27E84DB8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A23F8-A6E0-194F-B632-0DC41931C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BFE7D-0A2C-A448-9B89-1716EEB1F1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AEAB7-2809-624E-825F-3B204E9B05E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A508F-656A-514D-A9F4-7FB2FA7C0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36832-BB2E-7E44-BC7E-FDEEEE554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2AD57-863E-2449-B78E-7D30092F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youtu.be/rzFX5NWojp0?si=8lJWHdY3DQFGm-e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hyperlink" Target="https://youtu.be/2tuBREK_mgE?si=cZ21qNyyHucGZiG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9315" y="1122363"/>
            <a:ext cx="6878304" cy="23876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The Standard </a:t>
            </a:r>
            <a:b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Normal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7187" y="3602038"/>
            <a:ext cx="6404813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3A07B0-5ED5-F74E-A1D2-DB896138B20F}"/>
              </a:ext>
            </a:extLst>
          </p:cNvPr>
          <p:cNvGrpSpPr/>
          <p:nvPr/>
        </p:nvGrpSpPr>
        <p:grpSpPr>
          <a:xfrm>
            <a:off x="1462829" y="602117"/>
            <a:ext cx="5458932" cy="5307690"/>
            <a:chOff x="1462829" y="602117"/>
            <a:chExt cx="5458932" cy="53076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367C81-ADE9-1F41-8FEA-4AF5AD77BDCE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A84D5C-C387-1D47-9772-854B66FD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AE5A16A-F773-0646-9683-42DD8F388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E9A222-DCDE-EB4E-839F-B23FEDA593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19066EF-2FB6-1F47-B4D8-42A849FE2AD4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0448620-62B4-4F4D-946A-BF7ACA62096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D410515-89AE-9540-8E50-AA444F8EC47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9B93DB-C642-8A4B-85C0-D6AE3FB6D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158FB07-577C-1C48-BE6C-59B0CA0BB5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095749-45C8-8A4A-979E-7C4B025D4F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1A4B310-E851-814F-9BAA-0DD6B54C5EB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BCC1C8-A7F4-9D45-B58E-21EF51AE8B3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602794-B522-FC44-BC63-545173E3DBF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6F9C99-A770-9E43-955D-38F4554386A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704A3B-D9E0-7D4E-B43D-C5BABAB8D583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Standard Distributions and Scores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Z-Score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Calculation Z-Scores (and back)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Calculating P-Values (Z-Table)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Calculating Z-Scores from P-values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6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Distributions and Scores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Z-Score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Calculation Z-Scores (and back)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Calculating P-Values (Z-Table)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Calculating Z-Scores from P-values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182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1021A3-CA06-BA4D-8C6A-4D8285F07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359" y="1689541"/>
            <a:ext cx="4410641" cy="4487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227C85-E9E8-AC4F-BE5D-478C0812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0AF88-F247-164E-9F0A-A8C921C92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04379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Empirical</a:t>
            </a:r>
            <a:r>
              <a:rPr lang="en-US" sz="3600" dirty="0"/>
              <a:t>: Built from a full set of real observed scores collected</a:t>
            </a:r>
          </a:p>
          <a:p>
            <a:r>
              <a:rPr lang="en-US" sz="3600" dirty="0"/>
              <a:t>Usually comes from a sample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Theoretical</a:t>
            </a:r>
            <a:r>
              <a:rPr lang="en-US" sz="3600" dirty="0"/>
              <a:t>: Mathematically defined without a full set of real data</a:t>
            </a:r>
          </a:p>
          <a:p>
            <a:r>
              <a:rPr lang="en-US" sz="3600" dirty="0"/>
              <a:t>Used to represent an unknown population</a:t>
            </a:r>
          </a:p>
        </p:txBody>
      </p:sp>
    </p:spTree>
    <p:extLst>
      <p:ext uri="{BB962C8B-B14F-4D97-AF65-F5344CB8AC3E}">
        <p14:creationId xmlns:p14="http://schemas.microsoft.com/office/powerpoint/2010/main" val="38089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7C85-E9E8-AC4F-BE5D-478C0812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0AF88-F247-164E-9F0A-A8C921C92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4316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The Normal Distribution: </a:t>
            </a:r>
            <a:r>
              <a:rPr lang="en-US" sz="3600" dirty="0"/>
              <a:t>A distribution that can be mathematically defined</a:t>
            </a:r>
          </a:p>
          <a:p>
            <a:r>
              <a:rPr lang="en-US" sz="3600" dirty="0"/>
              <a:t>May be either empirical (real data) or theoretical (hypothetical data)</a:t>
            </a:r>
          </a:p>
          <a:p>
            <a:r>
              <a:rPr lang="en-US" sz="3600" dirty="0"/>
              <a:t>Unimodal, symmetric, mesokurtic</a:t>
            </a:r>
          </a:p>
          <a:p>
            <a:r>
              <a:rPr lang="en-US" sz="3600" dirty="0"/>
              <a:t>Necessary for the majority of inferential tests we will run</a:t>
            </a:r>
          </a:p>
          <a:p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834D9-294E-954B-96B6-B06FD002F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359" y="1689541"/>
            <a:ext cx="4410641" cy="4487422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B160CB-7BC2-5D48-A82F-ACA7650C25C6}"/>
              </a:ext>
            </a:extLst>
          </p:cNvPr>
          <p:cNvSpPr/>
          <p:nvPr/>
        </p:nvSpPr>
        <p:spPr>
          <a:xfrm>
            <a:off x="11320347" y="1690688"/>
            <a:ext cx="689517" cy="44862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Normal distribution">
            <a:extLst>
              <a:ext uri="{FF2B5EF4-FFF2-40B4-BE49-F238E27FC236}">
                <a16:creationId xmlns:a16="http://schemas.microsoft.com/office/drawing/2014/main" id="{58A56987-EE97-3DE3-C7B6-F41799C55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457" y="0"/>
            <a:ext cx="3866444" cy="158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6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13CE-2AC9-2244-9118-C1845681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Standard 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A940-334D-DE4B-959E-09A056096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Standardization</a:t>
            </a:r>
            <a:r>
              <a:rPr lang="en-US" sz="3600" dirty="0"/>
              <a:t>: The process of transforming our data into a standard (universal) unit of measurement</a:t>
            </a:r>
          </a:p>
          <a:p>
            <a:r>
              <a:rPr lang="en-US" sz="3600" dirty="0"/>
              <a:t>Our unit will be standard deviation (SD)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13BA43-6082-4246-8976-9ACF565A98B4}"/>
              </a:ext>
            </a:extLst>
          </p:cNvPr>
          <p:cNvSpPr txBox="1"/>
          <p:nvPr/>
        </p:nvSpPr>
        <p:spPr>
          <a:xfrm>
            <a:off x="8686800" y="4596485"/>
            <a:ext cx="12025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SD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AED5B-7ADF-DB47-B236-8D5DC8AC567B}"/>
              </a:ext>
            </a:extLst>
          </p:cNvPr>
          <p:cNvSpPr txBox="1"/>
          <p:nvPr/>
        </p:nvSpPr>
        <p:spPr>
          <a:xfrm>
            <a:off x="1747686" y="3630553"/>
            <a:ext cx="251780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cm</a:t>
            </a:r>
          </a:p>
          <a:p>
            <a:pPr algn="ctr"/>
            <a:r>
              <a:rPr lang="en-US" sz="3600" b="1" dirty="0" err="1"/>
              <a:t>lbs</a:t>
            </a:r>
            <a:endParaRPr lang="en-US" sz="3600" b="1" dirty="0"/>
          </a:p>
          <a:p>
            <a:pPr algn="ctr"/>
            <a:r>
              <a:rPr lang="en-US" sz="3600" b="1" dirty="0" err="1"/>
              <a:t>ms</a:t>
            </a:r>
            <a:endParaRPr lang="en-US" sz="3600" b="1" dirty="0"/>
          </a:p>
          <a:p>
            <a:pPr algn="ctr"/>
            <a:r>
              <a:rPr lang="en-US" sz="3600" b="1" dirty="0"/>
              <a:t>IQ</a:t>
            </a:r>
          </a:p>
          <a:p>
            <a:pPr algn="ctr"/>
            <a:r>
              <a:rPr lang="en-US" sz="3600" b="1" dirty="0"/>
              <a:t>Neuroticism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774EF1-1B77-7B45-BD52-05E81E9008A8}"/>
              </a:ext>
            </a:extLst>
          </p:cNvPr>
          <p:cNvCxnSpPr>
            <a:cxnSpLocks/>
          </p:cNvCxnSpPr>
          <p:nvPr/>
        </p:nvCxnSpPr>
        <p:spPr>
          <a:xfrm>
            <a:off x="3448050" y="4001294"/>
            <a:ext cx="5238750" cy="906034"/>
          </a:xfrm>
          <a:prstGeom prst="straightConnector1">
            <a:avLst/>
          </a:prstGeom>
          <a:ln w="47625"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2F1685-1FA7-9D43-8775-46ECE649CD77}"/>
              </a:ext>
            </a:extLst>
          </p:cNvPr>
          <p:cNvCxnSpPr>
            <a:cxnSpLocks/>
          </p:cNvCxnSpPr>
          <p:nvPr/>
        </p:nvCxnSpPr>
        <p:spPr>
          <a:xfrm>
            <a:off x="3448050" y="4541178"/>
            <a:ext cx="5238750" cy="520535"/>
          </a:xfrm>
          <a:prstGeom prst="straightConnector1">
            <a:avLst/>
          </a:prstGeom>
          <a:ln w="47625"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2659AD-B073-7444-A8F4-773D0DA4DE9C}"/>
              </a:ext>
            </a:extLst>
          </p:cNvPr>
          <p:cNvCxnSpPr>
            <a:cxnSpLocks/>
          </p:cNvCxnSpPr>
          <p:nvPr/>
        </p:nvCxnSpPr>
        <p:spPr>
          <a:xfrm>
            <a:off x="3346480" y="5065419"/>
            <a:ext cx="5340320" cy="131231"/>
          </a:xfrm>
          <a:prstGeom prst="straightConnector1">
            <a:avLst/>
          </a:prstGeom>
          <a:ln w="47625"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4828DB-2642-2C41-930A-DC9A964219B1}"/>
              </a:ext>
            </a:extLst>
          </p:cNvPr>
          <p:cNvCxnSpPr>
            <a:cxnSpLocks/>
          </p:cNvCxnSpPr>
          <p:nvPr/>
        </p:nvCxnSpPr>
        <p:spPr>
          <a:xfrm flipV="1">
            <a:off x="3346480" y="5354741"/>
            <a:ext cx="5340320" cy="298407"/>
          </a:xfrm>
          <a:prstGeom prst="straightConnector1">
            <a:avLst/>
          </a:prstGeom>
          <a:ln w="47625"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2E9629-457D-9B4C-AF5B-27F9BFC7FFC8}"/>
              </a:ext>
            </a:extLst>
          </p:cNvPr>
          <p:cNvCxnSpPr>
            <a:cxnSpLocks/>
          </p:cNvCxnSpPr>
          <p:nvPr/>
        </p:nvCxnSpPr>
        <p:spPr>
          <a:xfrm flipV="1">
            <a:off x="4265491" y="5476508"/>
            <a:ext cx="4421309" cy="700455"/>
          </a:xfrm>
          <a:prstGeom prst="straightConnector1">
            <a:avLst/>
          </a:prstGeom>
          <a:ln w="47625"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05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2E50B-51BC-0AE7-90DA-90108BD3C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86B0-2982-E5E4-E83A-3136F1DF8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Standard 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9BF98-504B-6497-11A7-8F6BCBA23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80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Standardization</a:t>
            </a:r>
            <a:endParaRPr lang="en-US" sz="3600" dirty="0"/>
          </a:p>
          <a:p>
            <a:r>
              <a:rPr lang="en-US" sz="3200" dirty="0"/>
              <a:t>Defines a score </a:t>
            </a:r>
            <a:r>
              <a:rPr lang="en-US" sz="3200" i="1" dirty="0"/>
              <a:t>relative</a:t>
            </a:r>
            <a:r>
              <a:rPr lang="en-US" sz="3200" dirty="0"/>
              <a:t> to other scores in the distribution</a:t>
            </a:r>
          </a:p>
          <a:p>
            <a:pPr lvl="1"/>
            <a:r>
              <a:rPr lang="en-US" sz="2800" dirty="0"/>
              <a:t>E.g., you get 78% on the midterm, is this good relative to the class?</a:t>
            </a:r>
          </a:p>
          <a:p>
            <a:pPr lvl="2"/>
            <a:r>
              <a:rPr lang="en-US" sz="2400" dirty="0"/>
              <a:t>If x̅ = 60%, then yes</a:t>
            </a:r>
          </a:p>
          <a:p>
            <a:pPr lvl="2"/>
            <a:r>
              <a:rPr lang="en-US" sz="2400" dirty="0"/>
              <a:t>If x̅ = 90%, then no</a:t>
            </a:r>
          </a:p>
          <a:p>
            <a:pPr lvl="2"/>
            <a:endParaRPr lang="en-US" sz="2400" dirty="0"/>
          </a:p>
          <a:p>
            <a:pPr lvl="1"/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6C033B-BFB6-A403-9E92-677EA18FB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4988197"/>
            <a:ext cx="5494020" cy="185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2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13CE-2AC9-2244-9118-C1845681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Standard 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A940-334D-DE4B-959E-09A056096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Standardization</a:t>
            </a:r>
            <a:endParaRPr lang="en-US" sz="3600" dirty="0"/>
          </a:p>
          <a:p>
            <a:r>
              <a:rPr lang="en-US" sz="3600" b="1" dirty="0"/>
              <a:t>Advantages</a:t>
            </a:r>
          </a:p>
          <a:p>
            <a:pPr lvl="1"/>
            <a:r>
              <a:rPr lang="en-US" sz="3200" dirty="0"/>
              <a:t>Defines a score </a:t>
            </a:r>
            <a:r>
              <a:rPr lang="en-US" sz="3200" i="1" dirty="0"/>
              <a:t>relative</a:t>
            </a:r>
            <a:r>
              <a:rPr lang="en-US" sz="3200" dirty="0"/>
              <a:t> to other scores in the distribution</a:t>
            </a:r>
          </a:p>
          <a:p>
            <a:pPr lvl="1"/>
            <a:r>
              <a:rPr lang="en-US" sz="3200" dirty="0"/>
              <a:t>Compares scores within the distribution</a:t>
            </a:r>
          </a:p>
          <a:p>
            <a:pPr lvl="1"/>
            <a:r>
              <a:rPr lang="en-US" sz="3200" dirty="0"/>
              <a:t>Can compare scores </a:t>
            </a:r>
            <a:r>
              <a:rPr lang="en-US" sz="3200" i="1" dirty="0"/>
              <a:t>across </a:t>
            </a:r>
            <a:r>
              <a:rPr lang="en-US" sz="3200" dirty="0"/>
              <a:t>distributions (!!!)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DB6D76-D37C-024C-AA63-348689637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4988197"/>
            <a:ext cx="5494020" cy="185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1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13CE-2AC9-2244-9118-C1845681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Standard 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A940-334D-DE4B-959E-09A056096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Standardization</a:t>
            </a:r>
            <a:endParaRPr lang="en-US" sz="3600" dirty="0"/>
          </a:p>
          <a:p>
            <a:r>
              <a:rPr lang="en-US" sz="3600" b="1" dirty="0"/>
              <a:t>Disadvantages</a:t>
            </a:r>
          </a:p>
          <a:p>
            <a:pPr lvl="1"/>
            <a:r>
              <a:rPr lang="en-US" sz="3200" dirty="0"/>
              <a:t>Comparing across distributions requires they are identically shaped (e.g., skew)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DB6D76-D37C-024C-AA63-348689637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4988197"/>
            <a:ext cx="5494020" cy="185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0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Standard Distributions and Scores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Z-Score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Calculation Z-Scores (and back)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Calculating P-Values (Z-Table)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Calculating Z-Scores from P-values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67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50731" y="3456432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50731" y="345643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6579-49D7-9241-B2B7-86A5B99AE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7FFA9-2E19-D54B-9A5F-8A6F0ED01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80" y="1217438"/>
            <a:ext cx="9890039" cy="564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68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m:t> 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50731" y="3456432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50731" y="345643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6579-49D7-9241-B2B7-86A5B99AE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7FFA9-2E19-D54B-9A5F-8A6F0ED01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80" y="1217438"/>
            <a:ext cx="9890039" cy="5640562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68C841-D8EF-4846-88F6-6D1CBD6463A2}"/>
              </a:ext>
            </a:extLst>
          </p:cNvPr>
          <p:cNvSpPr/>
          <p:nvPr/>
        </p:nvSpPr>
        <p:spPr>
          <a:xfrm>
            <a:off x="4873019" y="1507524"/>
            <a:ext cx="5846723" cy="2766819"/>
          </a:xfrm>
          <a:prstGeom prst="round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DAE2CC-BA09-2749-A91A-CEE7C0FAC769}"/>
              </a:ext>
            </a:extLst>
          </p:cNvPr>
          <p:cNvSpPr/>
          <p:nvPr/>
        </p:nvSpPr>
        <p:spPr>
          <a:xfrm>
            <a:off x="5124273" y="4529167"/>
            <a:ext cx="5168906" cy="2247503"/>
          </a:xfrm>
          <a:prstGeom prst="round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2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6579-49D7-9241-B2B7-86A5B99AE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82714-4565-0846-A636-568540F68D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12" b="9009"/>
          <a:stretch/>
        </p:blipFill>
        <p:spPr>
          <a:xfrm>
            <a:off x="7325486" y="127163"/>
            <a:ext cx="4697639" cy="660367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59EC46C-FCDA-874C-BA9F-FCEB34C2D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4730" cy="49707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Z-Scores</a:t>
            </a:r>
            <a:r>
              <a:rPr lang="en-US" dirty="0"/>
              <a:t>: Score that indicates number of SDs the raw score is from the mean</a:t>
            </a:r>
          </a:p>
          <a:p>
            <a:r>
              <a:rPr lang="en-US" dirty="0"/>
              <a:t>Essentially, Z-Scores just require two </a:t>
            </a:r>
            <a:r>
              <a:rPr lang="en-US" i="1" dirty="0"/>
              <a:t>shifts </a:t>
            </a:r>
            <a:r>
              <a:rPr lang="en-US" dirty="0"/>
              <a:t>of our data.</a:t>
            </a:r>
          </a:p>
          <a:p>
            <a:pPr lvl="1"/>
            <a:r>
              <a:rPr lang="en-US" dirty="0"/>
              <a:t>We will </a:t>
            </a:r>
            <a:r>
              <a:rPr lang="en-US" b="1" i="1" dirty="0"/>
              <a:t>subtract</a:t>
            </a:r>
            <a:r>
              <a:rPr lang="en-US" i="1" dirty="0"/>
              <a:t> </a:t>
            </a:r>
            <a:r>
              <a:rPr lang="en-US" dirty="0"/>
              <a:t>scores by our mean</a:t>
            </a:r>
          </a:p>
          <a:p>
            <a:pPr lvl="2"/>
            <a:r>
              <a:rPr lang="en-US" dirty="0"/>
              <a:t>This will center our data around zero </a:t>
            </a:r>
          </a:p>
          <a:p>
            <a:pPr lvl="3"/>
            <a:r>
              <a:rPr lang="en-US" dirty="0"/>
              <a:t>This means our new mean will be 0</a:t>
            </a:r>
          </a:p>
          <a:p>
            <a:pPr lvl="2"/>
            <a:r>
              <a:rPr lang="en-US" dirty="0"/>
              <a:t>This will tell us whether a score is </a:t>
            </a:r>
            <a:r>
              <a:rPr lang="en-US" i="1" dirty="0"/>
              <a:t>above </a:t>
            </a:r>
            <a:r>
              <a:rPr lang="en-US" dirty="0"/>
              <a:t>or </a:t>
            </a:r>
            <a:r>
              <a:rPr lang="en-US" i="1" dirty="0"/>
              <a:t>below </a:t>
            </a:r>
            <a:r>
              <a:rPr lang="en-US" dirty="0"/>
              <a:t>the mean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We will then </a:t>
            </a:r>
            <a:r>
              <a:rPr lang="en-US" b="1" i="1" dirty="0"/>
              <a:t>divide</a:t>
            </a:r>
            <a:r>
              <a:rPr lang="en-US" i="1" dirty="0"/>
              <a:t> </a:t>
            </a:r>
            <a:r>
              <a:rPr lang="en-US" dirty="0"/>
              <a:t>scores by our SD</a:t>
            </a:r>
          </a:p>
          <a:p>
            <a:pPr lvl="2"/>
            <a:r>
              <a:rPr lang="en-US" dirty="0"/>
              <a:t>This will change the width of our distribution</a:t>
            </a:r>
          </a:p>
          <a:p>
            <a:pPr lvl="3"/>
            <a:r>
              <a:rPr lang="en-US" dirty="0"/>
              <a:t>This means our new SD will be 1</a:t>
            </a:r>
          </a:p>
          <a:p>
            <a:pPr lvl="2"/>
            <a:r>
              <a:rPr lang="en-US" dirty="0"/>
              <a:t>This will also change our scores to be in units of SD</a:t>
            </a:r>
          </a:p>
          <a:p>
            <a:pPr lvl="3"/>
            <a:r>
              <a:rPr lang="en-US" dirty="0"/>
              <a:t>And then we can say how many SD’s a score is above or below the mean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A5C8E4-F81A-6648-BB41-5147D82CF4C2}"/>
              </a:ext>
            </a:extLst>
          </p:cNvPr>
          <p:cNvGrpSpPr/>
          <p:nvPr/>
        </p:nvGrpSpPr>
        <p:grpSpPr>
          <a:xfrm>
            <a:off x="4845334" y="264110"/>
            <a:ext cx="2501331" cy="1426578"/>
            <a:chOff x="1150980" y="1217438"/>
            <a:chExt cx="9890039" cy="56405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0503F52-941A-5B41-A03C-90B6C06A0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0980" y="1217438"/>
              <a:ext cx="9890039" cy="5640562"/>
            </a:xfrm>
            <a:prstGeom prst="rect">
              <a:avLst/>
            </a:prstGeom>
          </p:spPr>
        </p:pic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2968A4E-9C47-694A-AF35-53F800AC78CF}"/>
                </a:ext>
              </a:extLst>
            </p:cNvPr>
            <p:cNvSpPr/>
            <p:nvPr/>
          </p:nvSpPr>
          <p:spPr>
            <a:xfrm>
              <a:off x="4873019" y="1507524"/>
              <a:ext cx="5846723" cy="2766819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081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1EB3-661F-85F3-8444-E691F2F6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CA2E0C-1398-207B-2C19-A8519AFE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2581" y="816428"/>
            <a:ext cx="13480961" cy="577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33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9A0F8C-BC9F-1998-9304-7FD4900FC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" y="0"/>
            <a:ext cx="12187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26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7E3C-2DA3-8177-7EF7-8ABC86B2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AA7059-4B24-8523-6058-C4871D501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13" y="862883"/>
            <a:ext cx="11074757" cy="586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29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A8EA25-1939-E8EF-5B30-A80B89180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7"/>
            <a:ext cx="12192000" cy="685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63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A8B42-B654-AD33-1ACF-9EDE7CAC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8EC41F-F7EF-EBBD-358A-1811E2E1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13" y="695460"/>
            <a:ext cx="11229306" cy="594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17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932408-119C-6C11-8A02-1A60332F1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7"/>
            <a:ext cx="12192000" cy="685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77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CED47-7E90-9CAD-A394-61A3A4E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71A443-20BC-AA52-1836-C07347B1F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430" y="663262"/>
            <a:ext cx="11111139" cy="588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00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1CD6D62-0A0B-9E06-5475-DB1A4C19058D}"/>
              </a:ext>
            </a:extLst>
          </p:cNvPr>
          <p:cNvGrpSpPr/>
          <p:nvPr/>
        </p:nvGrpSpPr>
        <p:grpSpPr>
          <a:xfrm>
            <a:off x="3974548" y="59634"/>
            <a:ext cx="4242904" cy="6738731"/>
            <a:chOff x="2315817" y="-4273825"/>
            <a:chExt cx="7772400" cy="123444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600A0A1-1A00-4186-CED4-125B84192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15817" y="-159025"/>
              <a:ext cx="7772400" cy="4114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31437F6-98DB-2F89-C15D-84BF0491B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15817" y="-4273825"/>
              <a:ext cx="7772400" cy="41148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276A0B-3CBA-AA82-3D3C-30E12B173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15817" y="3955775"/>
              <a:ext cx="7772400" cy="411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583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49B3D-D274-3A02-F8EE-F19E97405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3"/>
            <a:ext cx="12192000" cy="684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19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Standard deviation - Simple English Wikipedia, the free encyclopedia">
            <a:extLst>
              <a:ext uri="{FF2B5EF4-FFF2-40B4-BE49-F238E27FC236}">
                <a16:creationId xmlns:a16="http://schemas.microsoft.com/office/drawing/2014/main" id="{B6394D3C-13AE-1C44-A6E4-FE1597DB6C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1"/>
          <a:stretch/>
        </p:blipFill>
        <p:spPr bwMode="auto">
          <a:xfrm>
            <a:off x="838200" y="1027906"/>
            <a:ext cx="10728512" cy="583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86FCFDE-E5A5-574F-9A1F-4605F066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Standard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984963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ndard deviation - Simple English Wikipedia, the free encyclopedia">
            <a:extLst>
              <a:ext uri="{FF2B5EF4-FFF2-40B4-BE49-F238E27FC236}">
                <a16:creationId xmlns:a16="http://schemas.microsoft.com/office/drawing/2014/main" id="{87BAF81C-CDE4-B147-A011-A3F502788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1"/>
          <a:stretch/>
        </p:blipFill>
        <p:spPr bwMode="auto">
          <a:xfrm>
            <a:off x="625288" y="381000"/>
            <a:ext cx="11210365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9A5395-BEC6-FA41-A471-F4E858A1A70D}"/>
              </a:ext>
            </a:extLst>
          </p:cNvPr>
          <p:cNvCxnSpPr>
            <a:cxnSpLocks/>
          </p:cNvCxnSpPr>
          <p:nvPr/>
        </p:nvCxnSpPr>
        <p:spPr>
          <a:xfrm flipV="1">
            <a:off x="4719918" y="201706"/>
            <a:ext cx="0" cy="51905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320B30-0B6C-814A-9753-280489E5142B}"/>
              </a:ext>
            </a:extLst>
          </p:cNvPr>
          <p:cNvCxnSpPr>
            <a:cxnSpLocks/>
          </p:cNvCxnSpPr>
          <p:nvPr/>
        </p:nvCxnSpPr>
        <p:spPr>
          <a:xfrm flipV="1">
            <a:off x="8919883" y="201705"/>
            <a:ext cx="0" cy="51905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6E26DD-209F-BF42-A312-8F169F8AB12B}"/>
              </a:ext>
            </a:extLst>
          </p:cNvPr>
          <p:cNvCxnSpPr>
            <a:cxnSpLocks/>
          </p:cNvCxnSpPr>
          <p:nvPr/>
        </p:nvCxnSpPr>
        <p:spPr>
          <a:xfrm flipV="1">
            <a:off x="6822142" y="201705"/>
            <a:ext cx="0" cy="51905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5456DA9-3E78-894A-95DB-6A9DD5CF3864}"/>
              </a:ext>
            </a:extLst>
          </p:cNvPr>
          <p:cNvSpPr txBox="1"/>
          <p:nvPr/>
        </p:nvSpPr>
        <p:spPr>
          <a:xfrm>
            <a:off x="10341333" y="381000"/>
            <a:ext cx="14943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σ</a:t>
            </a:r>
            <a:r>
              <a:rPr lang="en-US" sz="4000" dirty="0"/>
              <a:t> = SD</a:t>
            </a:r>
          </a:p>
        </p:txBody>
      </p:sp>
    </p:spTree>
    <p:extLst>
      <p:ext uri="{BB962C8B-B14F-4D97-AF65-F5344CB8AC3E}">
        <p14:creationId xmlns:p14="http://schemas.microsoft.com/office/powerpoint/2010/main" val="352841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ndard deviation - Simple English Wikipedia, the free encyclopedia">
            <a:extLst>
              <a:ext uri="{FF2B5EF4-FFF2-40B4-BE49-F238E27FC236}">
                <a16:creationId xmlns:a16="http://schemas.microsoft.com/office/drawing/2014/main" id="{87BAF81C-CDE4-B147-A011-A3F502788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1"/>
          <a:stretch/>
        </p:blipFill>
        <p:spPr bwMode="auto">
          <a:xfrm>
            <a:off x="625288" y="381000"/>
            <a:ext cx="11210365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456DA9-3E78-894A-95DB-6A9DD5CF3864}"/>
              </a:ext>
            </a:extLst>
          </p:cNvPr>
          <p:cNvSpPr txBox="1"/>
          <p:nvPr/>
        </p:nvSpPr>
        <p:spPr>
          <a:xfrm>
            <a:off x="10341333" y="381000"/>
            <a:ext cx="14943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σ</a:t>
            </a:r>
            <a:r>
              <a:rPr lang="en-US" sz="4000" dirty="0"/>
              <a:t> = SD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07AAFF-4F34-C84F-AAA6-9C5CBEE68BC8}"/>
                  </a:ext>
                </a:extLst>
              </p:cNvPr>
              <p:cNvSpPr txBox="1"/>
              <p:nvPr/>
            </p:nvSpPr>
            <p:spPr>
              <a:xfrm>
                <a:off x="356347" y="161824"/>
                <a:ext cx="4030014" cy="4313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Jo got 90.00% on the exam</a:t>
                </a:r>
              </a:p>
              <a:p>
                <a:r>
                  <a:rPr lang="en-US" sz="2400" dirty="0"/>
                  <a:t>Exam mean = 75.00%</a:t>
                </a:r>
              </a:p>
              <a:p>
                <a:r>
                  <a:rPr lang="en-US" sz="2400" dirty="0"/>
                  <a:t>Exam SD = 14.00%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̅</m:t>
                          </m:r>
                        </m:num>
                        <m:den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0714</m:t>
                      </m:r>
                    </m:oMath>
                  </m:oMathPara>
                </a14:m>
                <a:endParaRPr lang="en-US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07AAFF-4F34-C84F-AAA6-9C5CBEE68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47" y="161824"/>
                <a:ext cx="4030014" cy="4313297"/>
              </a:xfrm>
              <a:prstGeom prst="rect">
                <a:avLst/>
              </a:prstGeom>
              <a:blipFill>
                <a:blip r:embed="rId3"/>
                <a:stretch>
                  <a:fillRect l="-2266" t="-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5CD405-3F84-8B4E-ADA6-889579EB97EC}"/>
              </a:ext>
            </a:extLst>
          </p:cNvPr>
          <p:cNvCxnSpPr>
            <a:cxnSpLocks/>
          </p:cNvCxnSpPr>
          <p:nvPr/>
        </p:nvCxnSpPr>
        <p:spPr>
          <a:xfrm flipV="1">
            <a:off x="7602071" y="215152"/>
            <a:ext cx="0" cy="51905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93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ndard deviation - Simple English Wikipedia, the free encyclopedia">
            <a:extLst>
              <a:ext uri="{FF2B5EF4-FFF2-40B4-BE49-F238E27FC236}">
                <a16:creationId xmlns:a16="http://schemas.microsoft.com/office/drawing/2014/main" id="{87BAF81C-CDE4-B147-A011-A3F502788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1"/>
          <a:stretch/>
        </p:blipFill>
        <p:spPr bwMode="auto">
          <a:xfrm>
            <a:off x="625288" y="381000"/>
            <a:ext cx="11210365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456DA9-3E78-894A-95DB-6A9DD5CF3864}"/>
              </a:ext>
            </a:extLst>
          </p:cNvPr>
          <p:cNvSpPr txBox="1"/>
          <p:nvPr/>
        </p:nvSpPr>
        <p:spPr>
          <a:xfrm>
            <a:off x="10341333" y="381000"/>
            <a:ext cx="14943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σ</a:t>
            </a:r>
            <a:r>
              <a:rPr lang="en-US" sz="4000" dirty="0"/>
              <a:t> = SD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07AAFF-4F34-C84F-AAA6-9C5CBEE68BC8}"/>
                  </a:ext>
                </a:extLst>
              </p:cNvPr>
              <p:cNvSpPr txBox="1"/>
              <p:nvPr/>
            </p:nvSpPr>
            <p:spPr>
              <a:xfrm>
                <a:off x="356347" y="161824"/>
                <a:ext cx="4030014" cy="4313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Jo got 90.00% on the exam</a:t>
                </a:r>
              </a:p>
              <a:p>
                <a:r>
                  <a:rPr lang="en-US" sz="2400" dirty="0"/>
                  <a:t>Exam mean = 95.00%</a:t>
                </a:r>
              </a:p>
              <a:p>
                <a:r>
                  <a:rPr lang="en-US" sz="2400" dirty="0"/>
                  <a:t>Exam SD = 7.00%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̅</m:t>
                          </m:r>
                        </m:num>
                        <m:den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95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 = −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7143</m:t>
                      </m:r>
                    </m:oMath>
                  </m:oMathPara>
                </a14:m>
                <a:endParaRPr lang="en-US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07AAFF-4F34-C84F-AAA6-9C5CBEE68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47" y="161824"/>
                <a:ext cx="4030014" cy="4313297"/>
              </a:xfrm>
              <a:prstGeom prst="rect">
                <a:avLst/>
              </a:prstGeom>
              <a:blipFill>
                <a:blip r:embed="rId3"/>
                <a:stretch>
                  <a:fillRect l="-2266" t="-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5CD405-3F84-8B4E-ADA6-889579EB97EC}"/>
              </a:ext>
            </a:extLst>
          </p:cNvPr>
          <p:cNvCxnSpPr>
            <a:cxnSpLocks/>
          </p:cNvCxnSpPr>
          <p:nvPr/>
        </p:nvCxnSpPr>
        <p:spPr>
          <a:xfrm flipV="1">
            <a:off x="5127812" y="234288"/>
            <a:ext cx="0" cy="51905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80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ndard deviation - Simple English Wikipedia, the free encyclopedia">
            <a:extLst>
              <a:ext uri="{FF2B5EF4-FFF2-40B4-BE49-F238E27FC236}">
                <a16:creationId xmlns:a16="http://schemas.microsoft.com/office/drawing/2014/main" id="{87BAF81C-CDE4-B147-A011-A3F502788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1"/>
          <a:stretch/>
        </p:blipFill>
        <p:spPr bwMode="auto">
          <a:xfrm>
            <a:off x="625288" y="381000"/>
            <a:ext cx="11210365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456DA9-3E78-894A-95DB-6A9DD5CF3864}"/>
              </a:ext>
            </a:extLst>
          </p:cNvPr>
          <p:cNvSpPr txBox="1"/>
          <p:nvPr/>
        </p:nvSpPr>
        <p:spPr>
          <a:xfrm>
            <a:off x="10341333" y="381000"/>
            <a:ext cx="14943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σ</a:t>
            </a:r>
            <a:r>
              <a:rPr lang="en-US" sz="4000" dirty="0"/>
              <a:t> = SD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07AAFF-4F34-C84F-AAA6-9C5CBEE68BC8}"/>
                  </a:ext>
                </a:extLst>
              </p:cNvPr>
              <p:cNvSpPr txBox="1"/>
              <p:nvPr/>
            </p:nvSpPr>
            <p:spPr>
              <a:xfrm>
                <a:off x="356347" y="161824"/>
                <a:ext cx="4916731" cy="3939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Jo was 1.60 SDs above the mean</a:t>
                </a:r>
              </a:p>
              <a:p>
                <a:r>
                  <a:rPr lang="en-US" sz="2800" dirty="0"/>
                  <a:t>Exam mean = 80.00%</a:t>
                </a:r>
              </a:p>
              <a:p>
                <a:r>
                  <a:rPr lang="en-US" sz="2800" dirty="0"/>
                  <a:t>Exam SD = 10.00%</a:t>
                </a:r>
              </a:p>
              <a:p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𝑆𝐷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0000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6000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0000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0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0000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07AAFF-4F34-C84F-AAA6-9C5CBEE68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47" y="161824"/>
                <a:ext cx="4916731" cy="3939540"/>
              </a:xfrm>
              <a:prstGeom prst="rect">
                <a:avLst/>
              </a:prstGeom>
              <a:blipFill>
                <a:blip r:embed="rId3"/>
                <a:stretch>
                  <a:fillRect l="-2478" t="-1548" r="-1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5CD405-3F84-8B4E-ADA6-889579EB97EC}"/>
              </a:ext>
            </a:extLst>
          </p:cNvPr>
          <p:cNvCxnSpPr>
            <a:cxnSpLocks/>
          </p:cNvCxnSpPr>
          <p:nvPr/>
        </p:nvCxnSpPr>
        <p:spPr>
          <a:xfrm flipV="1">
            <a:off x="8328212" y="192304"/>
            <a:ext cx="0" cy="51905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1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55FA-3279-4F2A-EB72-BBF1B1C0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Standard deviation - Simple English Wikipedia, the free encyclopedia">
            <a:extLst>
              <a:ext uri="{FF2B5EF4-FFF2-40B4-BE49-F238E27FC236}">
                <a16:creationId xmlns:a16="http://schemas.microsoft.com/office/drawing/2014/main" id="{C9355EBD-CB48-B03D-5933-2AD18E4E5A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1"/>
          <a:stretch/>
        </p:blipFill>
        <p:spPr bwMode="auto">
          <a:xfrm>
            <a:off x="6288881" y="3758480"/>
            <a:ext cx="5699927" cy="309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D3C80119-C631-261A-9719-AB6B578DF1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12" t="6857" b="11557"/>
          <a:stretch>
            <a:fillRect/>
          </a:stretch>
        </p:blipFill>
        <p:spPr>
          <a:xfrm>
            <a:off x="6750843" y="3904392"/>
            <a:ext cx="4700587" cy="2728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2782F3-6447-73CA-6D1D-CC430CBA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Distribution (SND)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A63CB-87D7-0848-42E7-D010625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43282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standardized form of raw scores</a:t>
            </a:r>
          </a:p>
          <a:p>
            <a:r>
              <a:rPr lang="en-US" sz="2400" dirty="0"/>
              <a:t>Interval and ratio scales</a:t>
            </a:r>
          </a:p>
          <a:p>
            <a:r>
              <a:rPr lang="en-US" sz="2400" dirty="0"/>
              <a:t>Shape is same as original data</a:t>
            </a:r>
          </a:p>
          <a:p>
            <a:pPr lvl="1"/>
            <a:r>
              <a:rPr lang="en-US" sz="2000" dirty="0"/>
              <a:t> It’s </a:t>
            </a:r>
            <a:r>
              <a:rPr lang="en-US" sz="2000" i="1" dirty="0"/>
              <a:t>normal</a:t>
            </a:r>
            <a:r>
              <a:rPr lang="en-US" sz="2000" dirty="0"/>
              <a:t> only when the original data is normal (otherwise it’s a standard distribution)</a:t>
            </a:r>
          </a:p>
          <a:p>
            <a:pPr lvl="2"/>
            <a:r>
              <a:rPr lang="en-US" sz="1800" dirty="0"/>
              <a:t>We assume all </a:t>
            </a:r>
            <a:r>
              <a:rPr lang="en-US" sz="1800" i="1" dirty="0"/>
              <a:t>population</a:t>
            </a:r>
            <a:r>
              <a:rPr lang="en-US" sz="1800" dirty="0"/>
              <a:t> distributions are normal (and thus our sample is from a normal distribution)</a:t>
            </a:r>
          </a:p>
          <a:p>
            <a:r>
              <a:rPr lang="en-US" sz="2400" dirty="0"/>
              <a:t>Remember, a normal distribution is:</a:t>
            </a:r>
          </a:p>
          <a:p>
            <a:pPr lvl="1"/>
            <a:r>
              <a:rPr lang="en-US" sz="2000" dirty="0"/>
              <a:t>Unimodal, symmetric, mesokurtic</a:t>
            </a:r>
          </a:p>
          <a:p>
            <a:pPr lvl="1"/>
            <a:r>
              <a:rPr lang="en-US" sz="2000" dirty="0"/>
              <a:t>So, the SND is too</a:t>
            </a:r>
          </a:p>
          <a:p>
            <a:r>
              <a:rPr lang="en-US" sz="2400" dirty="0"/>
              <a:t>Kurtosis: The </a:t>
            </a:r>
            <a:r>
              <a:rPr lang="en-US" sz="2400" dirty="0" err="1"/>
              <a:t>peakedness</a:t>
            </a:r>
            <a:r>
              <a:rPr lang="en-US" sz="2400" dirty="0"/>
              <a:t> of the distribution </a:t>
            </a:r>
          </a:p>
          <a:p>
            <a:pPr lvl="1"/>
            <a:r>
              <a:rPr lang="en-US" sz="1800" dirty="0"/>
              <a:t>platykurtic vs mesokurtic vs leptokurtic</a:t>
            </a:r>
          </a:p>
        </p:txBody>
      </p:sp>
    </p:spTree>
    <p:extLst>
      <p:ext uri="{BB962C8B-B14F-4D97-AF65-F5344CB8AC3E}">
        <p14:creationId xmlns:p14="http://schemas.microsoft.com/office/powerpoint/2010/main" val="290904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3194-33D6-E365-519F-F2F2E4EC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ED5C-7E33-209B-3CE4-94F85C0B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Distribution (SND)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DF8F4-EEC4-8CD6-5E65-2C84D6DC2E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6984206" cy="466725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The standardized form of raw scores</a:t>
                </a:r>
              </a:p>
              <a:p>
                <a:r>
                  <a:rPr lang="en-US" i="1" dirty="0"/>
                  <a:t>x̅ </a:t>
                </a:r>
                <a:r>
                  <a:rPr lang="en-US" dirty="0"/>
                  <a:t>= 0, </a:t>
                </a:r>
                <a:r>
                  <a:rPr lang="en-US" i="1" dirty="0"/>
                  <a:t>SD</a:t>
                </a:r>
                <a:r>
                  <a:rPr lang="en-US" dirty="0"/>
                  <a:t> = 1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r>
                  <a:rPr lang="en-US" dirty="0"/>
                  <a:t>We transform scores into the SND so that we can find the </a:t>
                </a:r>
                <a:r>
                  <a:rPr lang="en-US" i="1" dirty="0"/>
                  <a:t>area under the curve (AUC)</a:t>
                </a:r>
              </a:p>
              <a:p>
                <a:pPr lvl="1"/>
                <a:r>
                  <a:rPr lang="en-US" dirty="0"/>
                  <a:t>The proportion of scores that fit some criteria</a:t>
                </a:r>
              </a:p>
              <a:p>
                <a:pPr lvl="2"/>
                <a:r>
                  <a:rPr lang="en-US" dirty="0"/>
                  <a:t>E.g., the number of exam scores that were 90% or more</a:t>
                </a:r>
              </a:p>
              <a:p>
                <a:pPr lvl="1"/>
                <a:r>
                  <a:rPr lang="en-US" dirty="0"/>
                  <a:t>Also, the </a:t>
                </a:r>
                <a:r>
                  <a:rPr lang="en-US" i="1" dirty="0"/>
                  <a:t>probability</a:t>
                </a:r>
                <a:r>
                  <a:rPr lang="en-US" dirty="0"/>
                  <a:t> that a score belongs to a distribution</a:t>
                </a:r>
              </a:p>
              <a:p>
                <a:pPr lvl="1"/>
                <a:r>
                  <a:rPr lang="en-US" dirty="0"/>
                  <a:t>Entire AUC = 100% or 1.00 proportion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DF8F4-EEC4-8CD6-5E65-2C84D6DC2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6984206" cy="4667250"/>
              </a:xfrm>
              <a:blipFill>
                <a:blip r:embed="rId2"/>
                <a:stretch>
                  <a:fillRect l="-1572" t="-1958" b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Standard deviation - Simple English Wikipedia, the free encyclopedia">
            <a:extLst>
              <a:ext uri="{FF2B5EF4-FFF2-40B4-BE49-F238E27FC236}">
                <a16:creationId xmlns:a16="http://schemas.microsoft.com/office/drawing/2014/main" id="{7911D4EF-EC71-68FF-3661-37427B21F4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1"/>
          <a:stretch/>
        </p:blipFill>
        <p:spPr bwMode="auto">
          <a:xfrm>
            <a:off x="6288881" y="3758480"/>
            <a:ext cx="5699927" cy="309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67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Standard Distributions and Scores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Z-Score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Calculation Z-Scores (and back)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Calculating P-Values (Z-Table)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Calculating Z-Scores from P-values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375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A74B-128A-25F6-2F04-03897D27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7FA7-AD2E-E551-3A7C-5F285F0C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41FCAD-EAEE-1BD6-71F5-FD6ADA02B1A2}"/>
              </a:ext>
            </a:extLst>
          </p:cNvPr>
          <p:cNvGrpSpPr/>
          <p:nvPr/>
        </p:nvGrpSpPr>
        <p:grpSpPr>
          <a:xfrm>
            <a:off x="5512292" y="495450"/>
            <a:ext cx="5979796" cy="6083893"/>
            <a:chOff x="2814248" y="1542785"/>
            <a:chExt cx="4410641" cy="448742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7D36E6B-12CA-AEFD-78B1-E70FD0D5C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4248" y="1542785"/>
              <a:ext cx="4410641" cy="4487422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3796B2CE-2AEE-94B6-902C-0AB1361D0481}"/>
                </a:ext>
              </a:extLst>
            </p:cNvPr>
            <p:cNvSpPr/>
            <p:nvPr/>
          </p:nvSpPr>
          <p:spPr>
            <a:xfrm>
              <a:off x="6353236" y="1543932"/>
              <a:ext cx="689517" cy="4486275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2" descr="Standard deviation - Simple English Wikipedia, the free encyclopedia">
            <a:extLst>
              <a:ext uri="{FF2B5EF4-FFF2-40B4-BE49-F238E27FC236}">
                <a16:creationId xmlns:a16="http://schemas.microsoft.com/office/drawing/2014/main" id="{1179E590-26E7-7F1C-8A43-F1BBC19B98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1"/>
          <a:stretch/>
        </p:blipFill>
        <p:spPr bwMode="auto">
          <a:xfrm>
            <a:off x="497682" y="2613967"/>
            <a:ext cx="4638763" cy="252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66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D834D9-294E-954B-96B6-B06FD002F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336" y="0"/>
            <a:ext cx="6715328" cy="6832229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B160CB-7BC2-5D48-A82F-ACA7650C25C6}"/>
              </a:ext>
            </a:extLst>
          </p:cNvPr>
          <p:cNvSpPr/>
          <p:nvPr/>
        </p:nvSpPr>
        <p:spPr>
          <a:xfrm>
            <a:off x="3443590" y="5632315"/>
            <a:ext cx="5457219" cy="2334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8D5350-E4E8-BA40-92E9-928D63C1E8AB}"/>
              </a:ext>
            </a:extLst>
          </p:cNvPr>
          <p:cNvSpPr/>
          <p:nvPr/>
        </p:nvSpPr>
        <p:spPr>
          <a:xfrm>
            <a:off x="3443590" y="5632315"/>
            <a:ext cx="389108" cy="9630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1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D834D9-294E-954B-96B6-B06FD002F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336" y="0"/>
            <a:ext cx="6715328" cy="6832229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B160CB-7BC2-5D48-A82F-ACA7650C25C6}"/>
              </a:ext>
            </a:extLst>
          </p:cNvPr>
          <p:cNvSpPr/>
          <p:nvPr/>
        </p:nvSpPr>
        <p:spPr>
          <a:xfrm>
            <a:off x="3443590" y="3929974"/>
            <a:ext cx="5457219" cy="2334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8D5350-E4E8-BA40-92E9-928D63C1E8AB}"/>
              </a:ext>
            </a:extLst>
          </p:cNvPr>
          <p:cNvSpPr/>
          <p:nvPr/>
        </p:nvSpPr>
        <p:spPr>
          <a:xfrm>
            <a:off x="3443590" y="4893013"/>
            <a:ext cx="5457219" cy="2334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3A15D9-2A95-8547-94F1-63773A4EA17C}"/>
              </a:ext>
            </a:extLst>
          </p:cNvPr>
          <p:cNvSpPr txBox="1"/>
          <p:nvPr/>
        </p:nvSpPr>
        <p:spPr>
          <a:xfrm>
            <a:off x="9118220" y="3813242"/>
            <a:ext cx="3073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0.94 – 0.83 = 0.11</a:t>
            </a:r>
          </a:p>
        </p:txBody>
      </p:sp>
    </p:spTree>
    <p:extLst>
      <p:ext uri="{BB962C8B-B14F-4D97-AF65-F5344CB8AC3E}">
        <p14:creationId xmlns:p14="http://schemas.microsoft.com/office/powerpoint/2010/main" val="282162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50731" y="3456432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50731" y="345643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66A4F-F2DD-ED06-EBFD-5EAFEC9B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53C2B5-EFD8-4DCF-76D9-09B850A36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43" y="134804"/>
            <a:ext cx="6284914" cy="658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281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7DBDE2-2FAC-584D-8770-FD4A39FB4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148" y="983479"/>
            <a:ext cx="6025702" cy="5717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52B58D-521B-8B46-895E-CD8389E782A1}"/>
              </a:ext>
            </a:extLst>
          </p:cNvPr>
          <p:cNvSpPr txBox="1"/>
          <p:nvPr/>
        </p:nvSpPr>
        <p:spPr>
          <a:xfrm>
            <a:off x="98854" y="349820"/>
            <a:ext cx="326937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Z-Score = 1.23</a:t>
            </a:r>
          </a:p>
          <a:p>
            <a:r>
              <a:rPr lang="en-US" sz="2800" b="1" dirty="0"/>
              <a:t>P-Value = .8907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F9FE5-F21A-374D-9B22-841A386E6DCE}"/>
              </a:ext>
            </a:extLst>
          </p:cNvPr>
          <p:cNvSpPr txBox="1"/>
          <p:nvPr/>
        </p:nvSpPr>
        <p:spPr>
          <a:xfrm>
            <a:off x="1394465" y="2890390"/>
            <a:ext cx="13917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Rows =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</a:rPr>
              <a:t>1.2</a:t>
            </a:r>
            <a:r>
              <a:rPr lang="en-US" sz="3200" b="1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3DC67-7E83-CA48-93C9-62161B496484}"/>
              </a:ext>
            </a:extLst>
          </p:cNvPr>
          <p:cNvSpPr txBox="1"/>
          <p:nvPr/>
        </p:nvSpPr>
        <p:spPr>
          <a:xfrm>
            <a:off x="5116404" y="-93739"/>
            <a:ext cx="19591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Columns =</a:t>
            </a:r>
          </a:p>
          <a:p>
            <a:pPr algn="ctr"/>
            <a:r>
              <a:rPr lang="en-US" sz="3200" b="1" dirty="0"/>
              <a:t>1.2</a:t>
            </a:r>
            <a:r>
              <a:rPr lang="en-US" sz="32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846BFB3-671D-6249-8826-E852391BBFCB}"/>
              </a:ext>
            </a:extLst>
          </p:cNvPr>
          <p:cNvSpPr/>
          <p:nvPr/>
        </p:nvSpPr>
        <p:spPr>
          <a:xfrm>
            <a:off x="3128555" y="2952206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0A767CC-7644-8046-905A-0E15CD6EA3AB}"/>
              </a:ext>
            </a:extLst>
          </p:cNvPr>
          <p:cNvSpPr/>
          <p:nvPr/>
        </p:nvSpPr>
        <p:spPr>
          <a:xfrm>
            <a:off x="5292635" y="1012354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98BC44-16A8-394F-87A3-2354F09B8B7F}"/>
              </a:ext>
            </a:extLst>
          </p:cNvPr>
          <p:cNvCxnSpPr/>
          <p:nvPr/>
        </p:nvCxnSpPr>
        <p:spPr>
          <a:xfrm>
            <a:off x="3670320" y="3045021"/>
            <a:ext cx="1622315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897825-7681-104F-8E0C-DE4C4C4AA8FA}"/>
              </a:ext>
            </a:extLst>
          </p:cNvPr>
          <p:cNvCxnSpPr>
            <a:cxnSpLocks/>
          </p:cNvCxnSpPr>
          <p:nvPr/>
        </p:nvCxnSpPr>
        <p:spPr>
          <a:xfrm>
            <a:off x="5563517" y="1197984"/>
            <a:ext cx="0" cy="1754222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B4AB514-D084-0542-B6CC-2F1A42A66E5B}"/>
              </a:ext>
            </a:extLst>
          </p:cNvPr>
          <p:cNvSpPr/>
          <p:nvPr/>
        </p:nvSpPr>
        <p:spPr>
          <a:xfrm>
            <a:off x="5307132" y="2952206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2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AAC73-DA7A-583F-937A-557AC2B4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327C13-E25A-DE6D-05D7-5772E881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79752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AEB0C7-2495-69DE-48E7-BAD59C15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 to P-Values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4E3A37-F2EB-0BD2-87F4-6C64FEE1B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3433A4-EF81-E44D-FFDA-5D084D23223B}"/>
              </a:ext>
            </a:extLst>
          </p:cNvPr>
          <p:cNvGraphicFramePr>
            <a:graphicFrameLocks noGrp="1"/>
          </p:cNvGraphicFramePr>
          <p:nvPr/>
        </p:nvGraphicFramePr>
        <p:xfrm>
          <a:off x="756636" y="1849151"/>
          <a:ext cx="471096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321">
                  <a:extLst>
                    <a:ext uri="{9D8B030D-6E8A-4147-A177-3AD203B41FA5}">
                      <a16:colId xmlns:a16="http://schemas.microsoft.com/office/drawing/2014/main" val="1558090974"/>
                    </a:ext>
                  </a:extLst>
                </a:gridCol>
                <a:gridCol w="1570321">
                  <a:extLst>
                    <a:ext uri="{9D8B030D-6E8A-4147-A177-3AD203B41FA5}">
                      <a16:colId xmlns:a16="http://schemas.microsoft.com/office/drawing/2014/main" val="1565888359"/>
                    </a:ext>
                  </a:extLst>
                </a:gridCol>
                <a:gridCol w="1570321">
                  <a:extLst>
                    <a:ext uri="{9D8B030D-6E8A-4147-A177-3AD203B41FA5}">
                      <a16:colId xmlns:a16="http://schemas.microsoft.com/office/drawing/2014/main" val="3791183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And below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And above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80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Positive 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1 - 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451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Negative 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1 - 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363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6004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B246AF-EA9E-0A95-0CFF-C05C7FB45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20762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96AFAE-3446-8340-AD64-6B598382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 to P-Values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86E47-8D53-C243-BE8B-CDF44B0FDA1A}"/>
              </a:ext>
            </a:extLst>
          </p:cNvPr>
          <p:cNvSpPr txBox="1"/>
          <p:nvPr/>
        </p:nvSpPr>
        <p:spPr>
          <a:xfrm>
            <a:off x="838200" y="1347408"/>
            <a:ext cx="45478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Proportion of scores that are </a:t>
            </a:r>
          </a:p>
          <a:p>
            <a:r>
              <a:rPr lang="en-US" sz="2400" b="1" dirty="0"/>
              <a:t>z = 1.45 and below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FB7D7AB-0CB5-DA0D-CE98-ECB4E5D35E92}"/>
              </a:ext>
            </a:extLst>
          </p:cNvPr>
          <p:cNvSpPr/>
          <p:nvPr/>
        </p:nvSpPr>
        <p:spPr>
          <a:xfrm>
            <a:off x="9448969" y="754626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44D7C8-2E18-C008-802A-B120B120AA1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707467" y="940256"/>
            <a:ext cx="12385" cy="2033199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A7852619-C90B-BC51-3C99-69A8E9F77152}"/>
              </a:ext>
            </a:extLst>
          </p:cNvPr>
          <p:cNvSpPr/>
          <p:nvPr/>
        </p:nvSpPr>
        <p:spPr>
          <a:xfrm>
            <a:off x="9448969" y="2973455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DE500B-3536-3B4D-88FD-5F69FAEF24AF}"/>
              </a:ext>
            </a:extLst>
          </p:cNvPr>
          <p:cNvCxnSpPr>
            <a:cxnSpLocks/>
          </p:cNvCxnSpPr>
          <p:nvPr/>
        </p:nvCxnSpPr>
        <p:spPr>
          <a:xfrm>
            <a:off x="6757178" y="3083200"/>
            <a:ext cx="267242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4C192818-6E1F-158E-2723-EE19BD211E74}"/>
              </a:ext>
            </a:extLst>
          </p:cNvPr>
          <p:cNvSpPr/>
          <p:nvPr/>
        </p:nvSpPr>
        <p:spPr>
          <a:xfrm>
            <a:off x="6215413" y="2973455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FB9CD3-B8A5-AF8F-7B39-EE694CAA8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BD2EFAE-4C8F-CD09-A181-23C455AF4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36" y="3379214"/>
            <a:ext cx="5916565" cy="29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5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C90C6F-6B10-5131-DD9C-426954DEE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44358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96AFAE-3446-8340-AD64-6B598382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 to P-Values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86E47-8D53-C243-BE8B-CDF44B0FDA1A}"/>
              </a:ext>
            </a:extLst>
          </p:cNvPr>
          <p:cNvSpPr txBox="1"/>
          <p:nvPr/>
        </p:nvSpPr>
        <p:spPr>
          <a:xfrm>
            <a:off x="838200" y="1347408"/>
            <a:ext cx="45478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Proportion of scores that are </a:t>
            </a:r>
          </a:p>
          <a:p>
            <a:r>
              <a:rPr lang="en-US" sz="2400" b="1" dirty="0"/>
              <a:t>z = -0.62 and below</a:t>
            </a:r>
          </a:p>
          <a:p>
            <a:r>
              <a:rPr lang="en-US" sz="2400" i="1" dirty="0"/>
              <a:t>p</a:t>
            </a:r>
            <a:r>
              <a:rPr lang="en-US" sz="2400" dirty="0"/>
              <a:t> = 1 - .7324 = .2676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EFA9FDBD-15AF-D831-AF2D-CBB58F7C6055}"/>
              </a:ext>
            </a:extLst>
          </p:cNvPr>
          <p:cNvSpPr/>
          <p:nvPr/>
        </p:nvSpPr>
        <p:spPr>
          <a:xfrm>
            <a:off x="6184914" y="1820680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DBEB432C-0094-A7C2-21F1-B3BDDEF2DD8C}"/>
              </a:ext>
            </a:extLst>
          </p:cNvPr>
          <p:cNvSpPr/>
          <p:nvPr/>
        </p:nvSpPr>
        <p:spPr>
          <a:xfrm>
            <a:off x="7806495" y="768253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09EF28-ED5C-2D14-FAAF-82B157648583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6726679" y="1913495"/>
            <a:ext cx="1085715" cy="5904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1127DD-A76E-1414-3E6A-C366E64180AA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083277" y="953883"/>
            <a:ext cx="0" cy="87270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78597ECF-9465-A468-705E-D36296BBED13}"/>
              </a:ext>
            </a:extLst>
          </p:cNvPr>
          <p:cNvSpPr/>
          <p:nvPr/>
        </p:nvSpPr>
        <p:spPr>
          <a:xfrm>
            <a:off x="7812394" y="1826584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870337-4D49-B290-5690-54036DC2E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66839F-8219-561B-BC07-70570C9DD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51" y="3376073"/>
            <a:ext cx="5922850" cy="296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10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07336B-B69F-DC39-ADE4-649476A42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79752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96AFAE-3446-8340-AD64-6B598382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 to P-Values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86E47-8D53-C243-BE8B-CDF44B0FDA1A}"/>
              </a:ext>
            </a:extLst>
          </p:cNvPr>
          <p:cNvSpPr txBox="1"/>
          <p:nvPr/>
        </p:nvSpPr>
        <p:spPr>
          <a:xfrm>
            <a:off x="838200" y="1347408"/>
            <a:ext cx="45478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Proportion of scores that are </a:t>
            </a:r>
          </a:p>
          <a:p>
            <a:r>
              <a:rPr lang="en-US" sz="2400" b="1" dirty="0"/>
              <a:t>z = 0.54 and </a:t>
            </a:r>
            <a:r>
              <a:rPr lang="en-US" sz="2400" b="1" u="sng" dirty="0"/>
              <a:t>above</a:t>
            </a:r>
          </a:p>
          <a:p>
            <a:r>
              <a:rPr lang="en-US" sz="2400" i="1" dirty="0"/>
              <a:t>p</a:t>
            </a:r>
            <a:r>
              <a:rPr lang="en-US" sz="2400" dirty="0"/>
              <a:t> = 1 - .7054 = .2946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512E6E03-81F5-8750-C12B-09FAED5C102E}"/>
              </a:ext>
            </a:extLst>
          </p:cNvPr>
          <p:cNvSpPr/>
          <p:nvPr/>
        </p:nvSpPr>
        <p:spPr>
          <a:xfrm>
            <a:off x="6173794" y="1711183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D43324E-DA94-1CC9-0FAF-80ECBF4EA1F8}"/>
              </a:ext>
            </a:extLst>
          </p:cNvPr>
          <p:cNvSpPr/>
          <p:nvPr/>
        </p:nvSpPr>
        <p:spPr>
          <a:xfrm>
            <a:off x="8885728" y="813056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B11223-7443-8E05-0467-1F6E44A92496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798150" y="1807803"/>
            <a:ext cx="2104948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5FEFE9-5233-0C76-62BF-BCF557180F5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173981" y="998686"/>
            <a:ext cx="0" cy="716302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244891D8-C43E-295D-B737-729932F5D7DC}"/>
              </a:ext>
            </a:extLst>
          </p:cNvPr>
          <p:cNvSpPr/>
          <p:nvPr/>
        </p:nvSpPr>
        <p:spPr>
          <a:xfrm>
            <a:off x="8903098" y="1714988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4C8AAA-97AD-22EB-AA12-ABB7C63C2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0F02F5-5DBD-7308-756D-D22500DA6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36" y="3379214"/>
            <a:ext cx="5916565" cy="29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4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65AE-3EFE-D4AB-BE10-F7799BC1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3122CA-4488-1330-D82E-AE122E863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79752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BB3F37-3B1D-9C8C-D351-6209DC10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 to P-Values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B0E249-BC6D-32E7-DEA0-3E15AAC1FE2E}"/>
              </a:ext>
            </a:extLst>
          </p:cNvPr>
          <p:cNvSpPr txBox="1"/>
          <p:nvPr/>
        </p:nvSpPr>
        <p:spPr>
          <a:xfrm>
            <a:off x="838200" y="1347408"/>
            <a:ext cx="45478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Proportion of scores that are </a:t>
            </a:r>
          </a:p>
          <a:p>
            <a:r>
              <a:rPr lang="en-US" sz="2400" b="1" dirty="0"/>
              <a:t>z = -0.54 and </a:t>
            </a:r>
            <a:r>
              <a:rPr lang="en-US" sz="2400" b="1" u="sng" dirty="0"/>
              <a:t>above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20908314-5D70-90A3-FF80-31B48D588FA0}"/>
              </a:ext>
            </a:extLst>
          </p:cNvPr>
          <p:cNvSpPr/>
          <p:nvPr/>
        </p:nvSpPr>
        <p:spPr>
          <a:xfrm>
            <a:off x="6173794" y="1711183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EADCF41E-F547-EEA9-67A7-0898ED0D1741}"/>
              </a:ext>
            </a:extLst>
          </p:cNvPr>
          <p:cNvSpPr/>
          <p:nvPr/>
        </p:nvSpPr>
        <p:spPr>
          <a:xfrm>
            <a:off x="8885728" y="813056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3AA7B0-56A2-64EB-ABCC-385874B3F9BD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798150" y="1807803"/>
            <a:ext cx="2104948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E0CC4D-C702-12A2-1129-D0C00996582D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173981" y="998686"/>
            <a:ext cx="0" cy="716302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2235F059-E738-28DC-F2B8-D0D64EF43F57}"/>
              </a:ext>
            </a:extLst>
          </p:cNvPr>
          <p:cNvSpPr/>
          <p:nvPr/>
        </p:nvSpPr>
        <p:spPr>
          <a:xfrm>
            <a:off x="8903098" y="1714988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A7A48B-186E-3AE4-FE6E-C86F516D6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A7FB6D-2F84-3ECF-D117-942CAD29E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41" y="3410859"/>
            <a:ext cx="5839154" cy="289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1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983E82-3907-B174-6DDD-DB87749A1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79752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96AFAE-3446-8340-AD64-6B598382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 to P-Values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86E47-8D53-C243-BE8B-CDF44B0FDA1A}"/>
              </a:ext>
            </a:extLst>
          </p:cNvPr>
          <p:cNvSpPr txBox="1"/>
          <p:nvPr/>
        </p:nvSpPr>
        <p:spPr>
          <a:xfrm>
            <a:off x="838200" y="1347408"/>
            <a:ext cx="46928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Proportion of scores that are </a:t>
            </a:r>
            <a:r>
              <a:rPr lang="en-US" sz="2400" b="1" u="sng" dirty="0"/>
              <a:t>between</a:t>
            </a:r>
            <a:r>
              <a:rPr lang="en-US" sz="2400" b="1" dirty="0"/>
              <a:t> </a:t>
            </a:r>
            <a:r>
              <a:rPr lang="en-US" sz="2400" dirty="0"/>
              <a:t>z = 1.32 and z = -0.05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z = 1.32;  </a:t>
            </a:r>
            <a:r>
              <a:rPr lang="en-US" sz="2400" b="1" i="1" dirty="0"/>
              <a:t>p</a:t>
            </a:r>
            <a:r>
              <a:rPr lang="en-US" sz="2400" b="1" dirty="0"/>
              <a:t> = .9066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F739788-D266-DB40-D1D1-D1073F89C47B}"/>
              </a:ext>
            </a:extLst>
          </p:cNvPr>
          <p:cNvSpPr/>
          <p:nvPr/>
        </p:nvSpPr>
        <p:spPr>
          <a:xfrm>
            <a:off x="6193615" y="2880446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98769257-7040-F86C-C34B-A398EFA367E9}"/>
              </a:ext>
            </a:extLst>
          </p:cNvPr>
          <p:cNvSpPr/>
          <p:nvPr/>
        </p:nvSpPr>
        <p:spPr>
          <a:xfrm>
            <a:off x="7804544" y="833582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BBE7D7-E06B-37A5-8BA7-8AC8BB27952E}"/>
              </a:ext>
            </a:extLst>
          </p:cNvPr>
          <p:cNvCxnSpPr>
            <a:cxnSpLocks/>
          </p:cNvCxnSpPr>
          <p:nvPr/>
        </p:nvCxnSpPr>
        <p:spPr>
          <a:xfrm>
            <a:off x="6735380" y="2988861"/>
            <a:ext cx="1005977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F9FBBA-6412-F944-29C9-81F108E2F640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8075427" y="1019212"/>
            <a:ext cx="0" cy="1878172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E813D674-7E0C-DF1A-F766-92AB66348C81}"/>
              </a:ext>
            </a:extLst>
          </p:cNvPr>
          <p:cNvSpPr/>
          <p:nvPr/>
        </p:nvSpPr>
        <p:spPr>
          <a:xfrm>
            <a:off x="7804544" y="2897384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B1AC30-6355-0453-5CA7-440A1B3B1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45115F-E265-DB04-2F6C-501D36257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34" y="3379214"/>
            <a:ext cx="5916567" cy="295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4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F1ECE8-41F5-7ECB-0775-265A00828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79752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96AFAE-3446-8340-AD64-6B598382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 to P-Values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86E47-8D53-C243-BE8B-CDF44B0FDA1A}"/>
              </a:ext>
            </a:extLst>
          </p:cNvPr>
          <p:cNvSpPr txBox="1"/>
          <p:nvPr/>
        </p:nvSpPr>
        <p:spPr>
          <a:xfrm>
            <a:off x="838200" y="1347408"/>
            <a:ext cx="46928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Proportion of scores that are </a:t>
            </a:r>
            <a:r>
              <a:rPr lang="en-US" sz="2400" b="1" u="sng" dirty="0"/>
              <a:t>between</a:t>
            </a:r>
            <a:r>
              <a:rPr lang="en-US" sz="2400" dirty="0"/>
              <a:t> z = 1.32 and z = -0.05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z</a:t>
            </a:r>
            <a:r>
              <a:rPr lang="en-US" sz="2400" b="1" dirty="0"/>
              <a:t> = 1.32;  </a:t>
            </a:r>
            <a:r>
              <a:rPr lang="en-US" sz="2400" b="1" i="1" dirty="0"/>
              <a:t>p</a:t>
            </a:r>
            <a:r>
              <a:rPr lang="en-US" sz="2400" b="1" dirty="0"/>
              <a:t> = .9066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z</a:t>
            </a:r>
            <a:r>
              <a:rPr lang="en-US" sz="2400" b="1" dirty="0"/>
              <a:t> = -0.05;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p</a:t>
            </a:r>
            <a:r>
              <a:rPr lang="en-US" sz="2400" b="1" dirty="0"/>
              <a:t> = 1 - .5199 = .4801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6D962752-460C-8DA5-CC15-D0BCB51646C0}"/>
              </a:ext>
            </a:extLst>
          </p:cNvPr>
          <p:cNvSpPr/>
          <p:nvPr/>
        </p:nvSpPr>
        <p:spPr>
          <a:xfrm>
            <a:off x="6202243" y="970485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17C10D4A-797F-2756-7843-F24F162BD093}"/>
              </a:ext>
            </a:extLst>
          </p:cNvPr>
          <p:cNvSpPr/>
          <p:nvPr/>
        </p:nvSpPr>
        <p:spPr>
          <a:xfrm>
            <a:off x="9446289" y="801020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3C653E-D523-B958-048B-581B43DD92B3}"/>
              </a:ext>
            </a:extLst>
          </p:cNvPr>
          <p:cNvCxnSpPr>
            <a:cxnSpLocks/>
          </p:cNvCxnSpPr>
          <p:nvPr/>
        </p:nvCxnSpPr>
        <p:spPr>
          <a:xfrm>
            <a:off x="6744008" y="1074804"/>
            <a:ext cx="2631489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E7DF9A81-062D-BC62-623D-1CFD06DF4A9A}"/>
              </a:ext>
            </a:extLst>
          </p:cNvPr>
          <p:cNvSpPr/>
          <p:nvPr/>
        </p:nvSpPr>
        <p:spPr>
          <a:xfrm>
            <a:off x="9440836" y="995150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8F4970-5B8C-5056-7080-7012DAFE9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C1CA54-DC14-108C-DE6D-F4F95A2F3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34" y="3379214"/>
            <a:ext cx="5916567" cy="295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9E42-32D3-B0FF-BA6A-5E6BE2035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9B55CF-200D-9934-1312-25A96B250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79752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009538-A080-DCE3-B234-FF45CEC7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 to P-Values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E7A19-517C-2766-317D-6F273504BB4D}"/>
              </a:ext>
            </a:extLst>
          </p:cNvPr>
          <p:cNvSpPr txBox="1"/>
          <p:nvPr/>
        </p:nvSpPr>
        <p:spPr>
          <a:xfrm>
            <a:off x="838200" y="1347408"/>
            <a:ext cx="46928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Proportion of scores that are </a:t>
            </a:r>
            <a:r>
              <a:rPr lang="en-US" sz="2400" b="1" u="sng" dirty="0"/>
              <a:t>between</a:t>
            </a:r>
            <a:r>
              <a:rPr lang="en-US" sz="2400" dirty="0"/>
              <a:t> z = 1.32 and z = -0.05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z</a:t>
            </a:r>
            <a:r>
              <a:rPr lang="en-US" sz="2400" b="1" dirty="0"/>
              <a:t> = 1.32;  </a:t>
            </a:r>
            <a:r>
              <a:rPr lang="en-US" sz="2400" b="1" i="1" dirty="0"/>
              <a:t>p</a:t>
            </a:r>
            <a:r>
              <a:rPr lang="en-US" sz="2400" b="1" dirty="0"/>
              <a:t> = .9066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z</a:t>
            </a:r>
            <a:r>
              <a:rPr lang="en-US" sz="2400" b="1" dirty="0"/>
              <a:t> = -0.05; </a:t>
            </a:r>
            <a:r>
              <a:rPr lang="en-US" sz="2400" b="1" i="1" dirty="0"/>
              <a:t>p</a:t>
            </a:r>
            <a:r>
              <a:rPr lang="en-US" sz="2400" b="1" dirty="0"/>
              <a:t> = .4801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.9066 - .4801 = .4265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317D78-F6D6-EA1E-2022-ACF06493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1814C4-1EB5-6291-A761-147C03233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34" y="3379214"/>
            <a:ext cx="5916567" cy="295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4DC3-2400-C43B-2103-60165C717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174F53-48A2-302D-E37E-583FD108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79752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2DF256-9182-7296-A7A5-1A923B3B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Z-Scores to P-Values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40F5DA-F8D3-7165-58EF-E058DC212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DA0FAE-6594-122F-061D-919FEB905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882218"/>
              </p:ext>
            </p:extLst>
          </p:nvPr>
        </p:nvGraphicFramePr>
        <p:xfrm>
          <a:off x="756636" y="1849151"/>
          <a:ext cx="471096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321">
                  <a:extLst>
                    <a:ext uri="{9D8B030D-6E8A-4147-A177-3AD203B41FA5}">
                      <a16:colId xmlns:a16="http://schemas.microsoft.com/office/drawing/2014/main" val="1558090974"/>
                    </a:ext>
                  </a:extLst>
                </a:gridCol>
                <a:gridCol w="1570321">
                  <a:extLst>
                    <a:ext uri="{9D8B030D-6E8A-4147-A177-3AD203B41FA5}">
                      <a16:colId xmlns:a16="http://schemas.microsoft.com/office/drawing/2014/main" val="1565888359"/>
                    </a:ext>
                  </a:extLst>
                </a:gridCol>
                <a:gridCol w="1570321">
                  <a:extLst>
                    <a:ext uri="{9D8B030D-6E8A-4147-A177-3AD203B41FA5}">
                      <a16:colId xmlns:a16="http://schemas.microsoft.com/office/drawing/2014/main" val="3791183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And below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And above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80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Positive 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1 - 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451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Negative 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1 - 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363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8876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Standard Distributions and Scores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Z-Score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Calculation Z-Scores (and back)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Calculating P-Values (Z-Table)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Calculating Z-Scores from P-values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3113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ACB5F-9863-58C0-9FAE-94F4E50D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98927C6D-D3EB-985B-90B4-73E7099C7A3E}"/>
              </a:ext>
            </a:extLst>
          </p:cNvPr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3DE60D63-2C91-0FC6-AE8F-EB458AE40421}"/>
                  </a:ext>
                </a:extLst>
              </p:cNvPr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3DE60D63-2C91-0FC6-AE8F-EB458AE40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385DA023-E468-9826-24AE-47D0F75E11E6}"/>
              </a:ext>
            </a:extLst>
          </p:cNvPr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7F9876F1-CB0F-B3FE-8CB2-4D490E694FB0}"/>
                  </a:ext>
                </a:extLst>
              </p:cNvPr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7F9876F1-CB0F-B3FE-8CB2-4D490E694F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>
            <a:extLst>
              <a:ext uri="{FF2B5EF4-FFF2-40B4-BE49-F238E27FC236}">
                <a16:creationId xmlns:a16="http://schemas.microsoft.com/office/drawing/2014/main" id="{B8CD86DE-E1CD-F0C1-D0F2-425132860D15}"/>
              </a:ext>
            </a:extLst>
          </p:cNvPr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A9A4D29E-4D8C-91D4-CAC0-F39C478F1106}"/>
                  </a:ext>
                </a:extLst>
              </p:cNvPr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A9A4D29E-4D8C-91D4-CAC0-F39C478F11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>
            <a:extLst>
              <a:ext uri="{FF2B5EF4-FFF2-40B4-BE49-F238E27FC236}">
                <a16:creationId xmlns:a16="http://schemas.microsoft.com/office/drawing/2014/main" id="{0CE19175-1B8D-708A-A473-7307A0ABE180}"/>
              </a:ext>
            </a:extLst>
          </p:cNvPr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2A8A3A9B-C93C-5183-26B3-822BB258B9C6}"/>
                  </a:ext>
                </a:extLst>
              </p:cNvPr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2A8A3A9B-C93C-5183-26B3-822BB258B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B33E8B32-B3C1-2670-1B42-18912418F2F3}"/>
              </a:ext>
            </a:extLst>
          </p:cNvPr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9046C393-8A87-1993-14B8-D5B7C9855FC0}"/>
                  </a:ext>
                </a:extLst>
              </p:cNvPr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9046C393-8A87-1993-14B8-D5B7C9855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45854722-588B-955D-BA74-BE00F9375E7A}"/>
              </a:ext>
            </a:extLst>
          </p:cNvPr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55B07ACD-207D-BD9E-57DA-8D36BA04464D}"/>
                  </a:ext>
                </a:extLst>
              </p:cNvPr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55B07ACD-207D-BD9E-57DA-8D36BA0446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7D086C7F-3796-5715-7F14-AE5CD2D9296F}"/>
              </a:ext>
            </a:extLst>
          </p:cNvPr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4539B8-01BA-6C48-846C-5EEEFD216A09}"/>
              </a:ext>
            </a:extLst>
          </p:cNvPr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C5F7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2C5F7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rgbClr val="2C5F7C"/>
              </a:solidFill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D567938-EBA9-A9A9-1F7A-47DD6A65033A}"/>
              </a:ext>
            </a:extLst>
          </p:cNvPr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C16EF33-44F0-D9B1-7C83-7DEDCDE9CFEF}"/>
              </a:ext>
            </a:extLst>
          </p:cNvPr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2EE4606-E916-0978-DFC2-B999D490CE41}"/>
              </a:ext>
            </a:extLst>
          </p:cNvPr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221D773-7831-278A-7ACA-7B930607D790}"/>
              </a:ext>
            </a:extLst>
          </p:cNvPr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6290DCE-7E11-BB4A-5ACB-EF6570D76AD9}"/>
              </a:ext>
            </a:extLst>
          </p:cNvPr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57C93AF-A123-6CBC-CE76-FE8B11AD8D7F}"/>
              </a:ext>
            </a:extLst>
          </p:cNvPr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C982159-77C9-776E-6377-95A3889C3A6E}"/>
              </a:ext>
            </a:extLst>
          </p:cNvPr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0ABCD78-7E3D-E1B5-7B48-34D082E1BA95}"/>
              </a:ext>
            </a:extLst>
          </p:cNvPr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0AEC642-B3B4-1898-E249-80285EB094E7}"/>
              </a:ext>
            </a:extLst>
          </p:cNvPr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1F10387-F36F-0D75-0324-84584AEAE608}"/>
              </a:ext>
            </a:extLst>
          </p:cNvPr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3229B92-E16F-F63C-6072-A01909099C06}"/>
              </a:ext>
            </a:extLst>
          </p:cNvPr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BCACE83-3218-96C5-6DAB-A2EEEA6D2343}"/>
              </a:ext>
            </a:extLst>
          </p:cNvPr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4182943-2C1E-C6A0-3A2E-D8898605B144}"/>
              </a:ext>
            </a:extLst>
          </p:cNvPr>
          <p:cNvSpPr/>
          <p:nvPr/>
        </p:nvSpPr>
        <p:spPr>
          <a:xfrm>
            <a:off x="9050731" y="3456432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27FAF5F-5364-1616-D3F4-5519DB250CD4}"/>
              </a:ext>
            </a:extLst>
          </p:cNvPr>
          <p:cNvSpPr/>
          <p:nvPr/>
        </p:nvSpPr>
        <p:spPr>
          <a:xfrm>
            <a:off x="9050731" y="345643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D790556-940A-6194-2217-270B8570F574}"/>
              </a:ext>
            </a:extLst>
          </p:cNvPr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22CD4EF-8014-8633-F4F8-D8DA36A3692F}"/>
              </a:ext>
            </a:extLst>
          </p:cNvPr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CEEFD262-27FA-E0AA-6845-8CD695BDD73E}"/>
              </a:ext>
            </a:extLst>
          </p:cNvPr>
          <p:cNvSpPr/>
          <p:nvPr/>
        </p:nvSpPr>
        <p:spPr>
          <a:xfrm flipV="1">
            <a:off x="9767257" y="4130633"/>
            <a:ext cx="0" cy="27513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F640C26-A30B-787E-FABA-B3D3C262025F}"/>
              </a:ext>
            </a:extLst>
          </p:cNvPr>
          <p:cNvCxnSpPr>
            <a:cxnSpLocks/>
          </p:cNvCxnSpPr>
          <p:nvPr/>
        </p:nvCxnSpPr>
        <p:spPr>
          <a:xfrm>
            <a:off x="9767257" y="4405767"/>
            <a:ext cx="1555020" cy="0"/>
          </a:xfrm>
          <a:prstGeom prst="line">
            <a:avLst/>
          </a:prstGeom>
          <a:ln w="19050">
            <a:solidFill>
              <a:srgbClr val="2C5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EB566EB-7E1D-2E37-8C4A-8C6EA52E2DF5}"/>
              </a:ext>
            </a:extLst>
          </p:cNvPr>
          <p:cNvCxnSpPr>
            <a:cxnSpLocks/>
          </p:cNvCxnSpPr>
          <p:nvPr/>
        </p:nvCxnSpPr>
        <p:spPr>
          <a:xfrm flipV="1">
            <a:off x="11322277" y="4119481"/>
            <a:ext cx="0" cy="275134"/>
          </a:xfrm>
          <a:prstGeom prst="line">
            <a:avLst/>
          </a:prstGeom>
          <a:ln w="19050">
            <a:solidFill>
              <a:srgbClr val="2C5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16">
            <a:extLst>
              <a:ext uri="{FF2B5EF4-FFF2-40B4-BE49-F238E27FC236}">
                <a16:creationId xmlns:a16="http://schemas.microsoft.com/office/drawing/2014/main" id="{1CAC4E3E-D0B3-DC16-FEEA-BF6BAF434F82}"/>
              </a:ext>
            </a:extLst>
          </p:cNvPr>
          <p:cNvSpPr/>
          <p:nvPr/>
        </p:nvSpPr>
        <p:spPr>
          <a:xfrm>
            <a:off x="9538927" y="4483425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5145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48B568-4922-8BDD-D7F1-37F53EADD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15" y="779752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96AFAE-3446-8340-AD64-6B598382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P-Values to Z-Scores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86E47-8D53-C243-BE8B-CDF44B0FDA1A}"/>
              </a:ext>
            </a:extLst>
          </p:cNvPr>
          <p:cNvSpPr txBox="1"/>
          <p:nvPr/>
        </p:nvSpPr>
        <p:spPr>
          <a:xfrm>
            <a:off x="838200" y="1347408"/>
            <a:ext cx="45478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Z-Score for  </a:t>
            </a:r>
          </a:p>
          <a:p>
            <a:r>
              <a:rPr lang="en-US" sz="2400" b="1" dirty="0"/>
              <a:t>P-Value = .6293</a:t>
            </a:r>
          </a:p>
          <a:p>
            <a:r>
              <a:rPr lang="en-US" sz="2400" b="1" dirty="0"/>
              <a:t>z = 0.33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163C14-10D7-5683-E475-41F05DCDB27E}"/>
              </a:ext>
            </a:extLst>
          </p:cNvPr>
          <p:cNvSpPr/>
          <p:nvPr/>
        </p:nvSpPr>
        <p:spPr>
          <a:xfrm>
            <a:off x="6216495" y="1407204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B97AE41A-053F-3A4F-9960-77FD6D117A2C}"/>
              </a:ext>
            </a:extLst>
          </p:cNvPr>
          <p:cNvSpPr/>
          <p:nvPr/>
        </p:nvSpPr>
        <p:spPr>
          <a:xfrm>
            <a:off x="8371506" y="802387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C00892-6CBE-007F-F466-C6B7D9EC9689}"/>
              </a:ext>
            </a:extLst>
          </p:cNvPr>
          <p:cNvCxnSpPr>
            <a:cxnSpLocks/>
          </p:cNvCxnSpPr>
          <p:nvPr/>
        </p:nvCxnSpPr>
        <p:spPr>
          <a:xfrm flipV="1">
            <a:off x="6767769" y="1493082"/>
            <a:ext cx="1587305" cy="12462"/>
          </a:xfrm>
          <a:prstGeom prst="straightConnector1">
            <a:avLst/>
          </a:prstGeom>
          <a:ln w="444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CFF6FD-75AD-C8CD-4D15-D57F36900259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8635467" y="988017"/>
            <a:ext cx="6922" cy="405011"/>
          </a:xfrm>
          <a:prstGeom prst="straightConnector1">
            <a:avLst/>
          </a:prstGeom>
          <a:ln w="444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A99274B3-FE4D-D8B2-D534-177A3C876783}"/>
              </a:ext>
            </a:extLst>
          </p:cNvPr>
          <p:cNvSpPr/>
          <p:nvPr/>
        </p:nvSpPr>
        <p:spPr>
          <a:xfrm>
            <a:off x="8364584" y="1393028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A4F194-4100-426C-1D68-D45E3698A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D55FAD-D21A-0D08-7DBA-DF304039B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35" y="3379214"/>
            <a:ext cx="5916565" cy="29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7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1E2801-8074-1CF7-AEFC-CD33838A9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601" y="805096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96AFAE-3446-8340-AD64-6B598382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P-Values to Z-Scores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D7390899-96D7-DDAC-5738-FD3451723A15}"/>
              </a:ext>
            </a:extLst>
          </p:cNvPr>
          <p:cNvSpPr/>
          <p:nvPr/>
        </p:nvSpPr>
        <p:spPr>
          <a:xfrm>
            <a:off x="6176988" y="1880450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7803E84B-CEE2-0AB8-1955-986E20F45727}"/>
              </a:ext>
            </a:extLst>
          </p:cNvPr>
          <p:cNvSpPr/>
          <p:nvPr/>
        </p:nvSpPr>
        <p:spPr>
          <a:xfrm>
            <a:off x="7781102" y="842276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8F9161-2CD5-EA43-EFF8-4B9F6EFECFD8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718753" y="1970566"/>
            <a:ext cx="1031858" cy="2699"/>
          </a:xfrm>
          <a:prstGeom prst="straightConnector1">
            <a:avLst/>
          </a:prstGeom>
          <a:ln w="444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5D592C-B91E-2FEE-9FDA-412FFAA77754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8051984" y="1027906"/>
            <a:ext cx="1" cy="852544"/>
          </a:xfrm>
          <a:prstGeom prst="straightConnector1">
            <a:avLst/>
          </a:prstGeom>
          <a:ln w="444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BB03D9E3-2A98-9C14-94D1-8FF09A05E087}"/>
              </a:ext>
            </a:extLst>
          </p:cNvPr>
          <p:cNvSpPr/>
          <p:nvPr/>
        </p:nvSpPr>
        <p:spPr>
          <a:xfrm>
            <a:off x="7781101" y="1880450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5C08B7-FD4F-4EAC-D0A6-0580E3B6A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DCD6A1-A2ED-D43B-EBBC-6D2784DAB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186E47-8D53-C243-BE8B-CDF44B0FDA1A}"/>
              </a:ext>
            </a:extLst>
          </p:cNvPr>
          <p:cNvSpPr txBox="1"/>
          <p:nvPr/>
        </p:nvSpPr>
        <p:spPr>
          <a:xfrm>
            <a:off x="838200" y="1347408"/>
            <a:ext cx="51097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Quick note</a:t>
            </a:r>
            <a:r>
              <a:rPr lang="en-US" sz="2400" dirty="0"/>
              <a:t>: Sometimes you need to find the </a:t>
            </a:r>
            <a:r>
              <a:rPr lang="en-US" sz="2400" i="1" dirty="0"/>
              <a:t>closest </a:t>
            </a:r>
            <a:r>
              <a:rPr lang="en-US" sz="2400" dirty="0"/>
              <a:t>p-value </a:t>
            </a:r>
          </a:p>
          <a:p>
            <a:endParaRPr lang="en-US" sz="2400" dirty="0"/>
          </a:p>
          <a:p>
            <a:r>
              <a:rPr lang="en-US" sz="2400" dirty="0"/>
              <a:t>What is the Z-Score for </a:t>
            </a:r>
          </a:p>
          <a:p>
            <a:r>
              <a:rPr lang="en-US" sz="2400" b="1" dirty="0"/>
              <a:t>P-Value = .7330</a:t>
            </a:r>
          </a:p>
          <a:p>
            <a:r>
              <a:rPr lang="en-US" sz="2400" b="1" dirty="0"/>
              <a:t>z = 0.62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24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00E85C-DD3E-5075-EC04-27085B540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601" y="805096"/>
            <a:ext cx="6025702" cy="5717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96AFAE-3446-8340-AD64-6B598382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P-Values to Z-Scores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86E47-8D53-C243-BE8B-CDF44B0FDA1A}"/>
              </a:ext>
            </a:extLst>
          </p:cNvPr>
          <p:cNvSpPr txBox="1"/>
          <p:nvPr/>
        </p:nvSpPr>
        <p:spPr>
          <a:xfrm>
            <a:off x="838200" y="1347408"/>
            <a:ext cx="45478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Z-Score for  </a:t>
            </a:r>
          </a:p>
          <a:p>
            <a:r>
              <a:rPr lang="en-US" sz="2400" b="1" dirty="0"/>
              <a:t>P-Value = .1251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1 - .1251 = .8749</a:t>
            </a:r>
          </a:p>
          <a:p>
            <a:r>
              <a:rPr lang="en-US" sz="2400" b="1" dirty="0"/>
              <a:t>z = -1.15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1CCCBD88-A829-E712-F649-0112FE2DD77E}"/>
              </a:ext>
            </a:extLst>
          </p:cNvPr>
          <p:cNvSpPr/>
          <p:nvPr/>
        </p:nvSpPr>
        <p:spPr>
          <a:xfrm>
            <a:off x="6161283" y="2624845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0C399510-8DC3-9C09-0D81-574C09831F0E}"/>
              </a:ext>
            </a:extLst>
          </p:cNvPr>
          <p:cNvSpPr/>
          <p:nvPr/>
        </p:nvSpPr>
        <p:spPr>
          <a:xfrm>
            <a:off x="9405707" y="838565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DA7D8B-918A-6158-3A2F-D1F33BF57033}"/>
              </a:ext>
            </a:extLst>
          </p:cNvPr>
          <p:cNvCxnSpPr>
            <a:cxnSpLocks/>
          </p:cNvCxnSpPr>
          <p:nvPr/>
        </p:nvCxnSpPr>
        <p:spPr>
          <a:xfrm>
            <a:off x="6789565" y="2717660"/>
            <a:ext cx="2587430" cy="0"/>
          </a:xfrm>
          <a:prstGeom prst="straightConnector1">
            <a:avLst/>
          </a:prstGeom>
          <a:ln w="444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376123-3BA6-FB8C-D87B-8CF499547F90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676589" y="1033802"/>
            <a:ext cx="10162" cy="1579523"/>
          </a:xfrm>
          <a:prstGeom prst="straightConnector1">
            <a:avLst/>
          </a:prstGeom>
          <a:ln w="444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409ED0ED-325B-317D-45B0-308FB4F1EB4E}"/>
              </a:ext>
            </a:extLst>
          </p:cNvPr>
          <p:cNvSpPr/>
          <p:nvPr/>
        </p:nvSpPr>
        <p:spPr>
          <a:xfrm>
            <a:off x="9415868" y="2613325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D85D38-9065-E8F4-A1A8-E486D4D42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" y="3379215"/>
            <a:ext cx="5916565" cy="29582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5BCF95-22A5-523D-1760-5EFA677C9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36" y="3379214"/>
            <a:ext cx="5916565" cy="29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5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5073-3B3E-246D-089F-E70E3A20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28EF48A6-C80E-97F0-BCA3-6267DAEAD9AC}"/>
              </a:ext>
            </a:extLst>
          </p:cNvPr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ADCBF81E-4D3B-229D-2D7B-D50A555DEF15}"/>
                  </a:ext>
                </a:extLst>
              </p:cNvPr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ADCBF81E-4D3B-229D-2D7B-D50A555DEF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42E97B79-F01C-B8E4-8B7F-DB33BD9D03FD}"/>
              </a:ext>
            </a:extLst>
          </p:cNvPr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1F50A480-A0F4-2CAB-B3B9-A19D332D4026}"/>
                  </a:ext>
                </a:extLst>
              </p:cNvPr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1F50A480-A0F4-2CAB-B3B9-A19D332D4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>
            <a:extLst>
              <a:ext uri="{FF2B5EF4-FFF2-40B4-BE49-F238E27FC236}">
                <a16:creationId xmlns:a16="http://schemas.microsoft.com/office/drawing/2014/main" id="{A7B40F99-4C1A-8304-E515-9404F0851767}"/>
              </a:ext>
            </a:extLst>
          </p:cNvPr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93314082-7F42-D967-C8F0-6B41FD3E81B9}"/>
                  </a:ext>
                </a:extLst>
              </p:cNvPr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93314082-7F42-D967-C8F0-6B41FD3E8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>
            <a:extLst>
              <a:ext uri="{FF2B5EF4-FFF2-40B4-BE49-F238E27FC236}">
                <a16:creationId xmlns:a16="http://schemas.microsoft.com/office/drawing/2014/main" id="{F4AB7A65-C461-4C81-72A0-84E657C3395F}"/>
              </a:ext>
            </a:extLst>
          </p:cNvPr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43AF563D-A9EB-6922-AAD9-2CF7C5506CA1}"/>
                  </a:ext>
                </a:extLst>
              </p:cNvPr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43AF563D-A9EB-6922-AAD9-2CF7C5506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1DC28E4A-2017-D2F5-EDDC-9E6749F53AA0}"/>
              </a:ext>
            </a:extLst>
          </p:cNvPr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01027EA4-E262-D72F-634E-0631BA290068}"/>
                  </a:ext>
                </a:extLst>
              </p:cNvPr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01027EA4-E262-D72F-634E-0631BA290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4AB584AB-850E-7D16-039A-92AAD47661D1}"/>
              </a:ext>
            </a:extLst>
          </p:cNvPr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9F5D4B99-E7CE-FFED-C073-1AD1AA712F5E}"/>
                  </a:ext>
                </a:extLst>
              </p:cNvPr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9F5D4B99-E7CE-FFED-C073-1AD1AA712F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5C72508C-4B63-06A9-12C4-7E73B5FCEBFA}"/>
              </a:ext>
            </a:extLst>
          </p:cNvPr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CADCA5D-BC0F-91C3-DCA1-92B61AB31592}"/>
              </a:ext>
            </a:extLst>
          </p:cNvPr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C5F7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2C5F7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rgbClr val="2C5F7C"/>
              </a:solidFill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FA30F98-5045-D913-306A-3B8708B5A5B2}"/>
              </a:ext>
            </a:extLst>
          </p:cNvPr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D91E265-8EE4-C965-FB69-60E1BCD34E17}"/>
              </a:ext>
            </a:extLst>
          </p:cNvPr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7BB2E5D-B922-5A1E-8C25-835A892592A7}"/>
              </a:ext>
            </a:extLst>
          </p:cNvPr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89DD7D7-C0C1-4866-1E71-637ACEE12FFF}"/>
              </a:ext>
            </a:extLst>
          </p:cNvPr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C6FDDD-A9FD-AAF0-8A5B-630428E49A5B}"/>
              </a:ext>
            </a:extLst>
          </p:cNvPr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2290F2-EC5D-3EF8-BED0-64EB57CDE31D}"/>
              </a:ext>
            </a:extLst>
          </p:cNvPr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B30B5B3-E871-41FA-0602-B228A3C33543}"/>
              </a:ext>
            </a:extLst>
          </p:cNvPr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11E662B-8207-0C3C-00B7-CC5BA581BAB6}"/>
              </a:ext>
            </a:extLst>
          </p:cNvPr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7F3D74C-9488-3ED3-6D40-C20A2CEFA2DC}"/>
              </a:ext>
            </a:extLst>
          </p:cNvPr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1CA8B3E-897D-2C72-57F0-C8F120081B0E}"/>
              </a:ext>
            </a:extLst>
          </p:cNvPr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D018701-5D66-6790-F900-C8B49C3C82A3}"/>
              </a:ext>
            </a:extLst>
          </p:cNvPr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9062D52-56DA-6976-C917-3A9C535561C0}"/>
              </a:ext>
            </a:extLst>
          </p:cNvPr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B032F64-5008-9864-791D-09B5D4A2C59A}"/>
              </a:ext>
            </a:extLst>
          </p:cNvPr>
          <p:cNvSpPr/>
          <p:nvPr/>
        </p:nvSpPr>
        <p:spPr>
          <a:xfrm>
            <a:off x="9050731" y="3456432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2C5F7C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3D18538-4681-5FFC-026F-D0EB31807E5F}"/>
              </a:ext>
            </a:extLst>
          </p:cNvPr>
          <p:cNvSpPr/>
          <p:nvPr/>
        </p:nvSpPr>
        <p:spPr>
          <a:xfrm>
            <a:off x="9050731" y="3593736"/>
            <a:ext cx="1508760" cy="38375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>
              <a:solidFill>
                <a:srgbClr val="1B3A4B"/>
              </a:solidFill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158DEFC-122E-6D95-8115-847FDCACF47C}"/>
              </a:ext>
            </a:extLst>
          </p:cNvPr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FBA32A7-8E59-550A-4A15-470E8FDDD222}"/>
              </a:ext>
            </a:extLst>
          </p:cNvPr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6AD8997F-28D1-42F5-5BC0-9523361280BA}"/>
              </a:ext>
            </a:extLst>
          </p:cNvPr>
          <p:cNvSpPr/>
          <p:nvPr/>
        </p:nvSpPr>
        <p:spPr>
          <a:xfrm flipV="1">
            <a:off x="9767257" y="4130633"/>
            <a:ext cx="0" cy="27513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2522BD3-140C-1825-EF68-A4553DF0746B}"/>
              </a:ext>
            </a:extLst>
          </p:cNvPr>
          <p:cNvCxnSpPr>
            <a:cxnSpLocks/>
          </p:cNvCxnSpPr>
          <p:nvPr/>
        </p:nvCxnSpPr>
        <p:spPr>
          <a:xfrm>
            <a:off x="9767257" y="4405767"/>
            <a:ext cx="1555020" cy="0"/>
          </a:xfrm>
          <a:prstGeom prst="line">
            <a:avLst/>
          </a:prstGeom>
          <a:ln w="19050">
            <a:solidFill>
              <a:srgbClr val="2C5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5197C6-89E7-5852-D0BE-AF3BF59360D5}"/>
              </a:ext>
            </a:extLst>
          </p:cNvPr>
          <p:cNvCxnSpPr>
            <a:cxnSpLocks/>
          </p:cNvCxnSpPr>
          <p:nvPr/>
        </p:nvCxnSpPr>
        <p:spPr>
          <a:xfrm flipV="1">
            <a:off x="11322277" y="4119481"/>
            <a:ext cx="0" cy="275134"/>
          </a:xfrm>
          <a:prstGeom prst="line">
            <a:avLst/>
          </a:prstGeom>
          <a:ln w="19050">
            <a:solidFill>
              <a:srgbClr val="2C5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16">
            <a:extLst>
              <a:ext uri="{FF2B5EF4-FFF2-40B4-BE49-F238E27FC236}">
                <a16:creationId xmlns:a16="http://schemas.microsoft.com/office/drawing/2014/main" id="{8541B757-F831-32D4-7932-9B2D15F22779}"/>
              </a:ext>
            </a:extLst>
          </p:cNvPr>
          <p:cNvSpPr/>
          <p:nvPr/>
        </p:nvSpPr>
        <p:spPr>
          <a:xfrm>
            <a:off x="9538927" y="4483425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C5F7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2C5F7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rgbClr val="2C5F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442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3129-C00B-120B-3925-17A6B35FB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</p:spTree>
    <p:extLst>
      <p:ext uri="{BB962C8B-B14F-4D97-AF65-F5344CB8AC3E}">
        <p14:creationId xmlns:p14="http://schemas.microsoft.com/office/powerpoint/2010/main" val="5168810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7E2C7-2863-0F88-39B6-B3E0414E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244172-EBE2-64C1-E1AD-FFF534918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272" y="1373918"/>
            <a:ext cx="9491455" cy="5386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542ACC-FC20-2283-7C5E-296FB1B68207}"/>
              </a:ext>
            </a:extLst>
          </p:cNvPr>
          <p:cNvSpPr txBox="1"/>
          <p:nvPr/>
        </p:nvSpPr>
        <p:spPr>
          <a:xfrm>
            <a:off x="6354792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https://chadcwilliams.shinyapps.io/StatsProblemGenerator/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5D6AF-22F5-3540-21E7-1C01B8DB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Stats Problem Generator</a:t>
            </a:r>
          </a:p>
        </p:txBody>
      </p:sp>
    </p:spTree>
    <p:extLst>
      <p:ext uri="{BB962C8B-B14F-4D97-AF65-F5344CB8AC3E}">
        <p14:creationId xmlns:p14="http://schemas.microsoft.com/office/powerpoint/2010/main" val="19274934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5057-EAA4-AB81-E2EF-A86049DF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8019AA76-0F7A-3492-90ED-F2D6336CD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2095499"/>
            <a:ext cx="5595938" cy="3133725"/>
          </a:xfrm>
          <a:prstGeom prst="rect">
            <a:avLst/>
          </a:prstGeom>
        </p:spPr>
      </p:pic>
      <p:pic>
        <p:nvPicPr>
          <p:cNvPr id="6" name="Picture 5">
            <a:hlinkClick r:id="rId4"/>
            <a:extLst>
              <a:ext uri="{FF2B5EF4-FFF2-40B4-BE49-F238E27FC236}">
                <a16:creationId xmlns:a16="http://schemas.microsoft.com/office/drawing/2014/main" id="{711805A9-B118-358A-4E79-0F97613BA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095498"/>
            <a:ext cx="5595938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1238</Words>
  <Application>Microsoft Office PowerPoint</Application>
  <PresentationFormat>Widescreen</PresentationFormat>
  <Paragraphs>338</Paragraphs>
  <Slides>56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Aptos</vt:lpstr>
      <vt:lpstr>Arial</vt:lpstr>
      <vt:lpstr>Calibri</vt:lpstr>
      <vt:lpstr>Calibri Light</vt:lpstr>
      <vt:lpstr>Cambria Math</vt:lpstr>
      <vt:lpstr>Office Theme</vt:lpstr>
      <vt:lpstr>The Standard  Normal Distribution</vt:lpstr>
      <vt:lpstr>PowerPoint Presentation</vt:lpstr>
      <vt:lpstr>PowerPoint Presentation</vt:lpstr>
      <vt:lpstr>Distributions</vt:lpstr>
      <vt:lpstr>Distributions</vt:lpstr>
      <vt:lpstr>The Standard Normal Distribution</vt:lpstr>
      <vt:lpstr>The Standard Normal Distribution</vt:lpstr>
      <vt:lpstr>The Standard Normal Distribution</vt:lpstr>
      <vt:lpstr>The Standard Normal Distribution</vt:lpstr>
      <vt:lpstr>PowerPoint Presentation</vt:lpstr>
      <vt:lpstr>PowerPoint Presentation</vt:lpstr>
      <vt:lpstr>Z-Scores</vt:lpstr>
      <vt:lpstr>PowerPoint Presentation</vt:lpstr>
      <vt:lpstr>Z-Scores</vt:lpstr>
      <vt:lpstr>Z-Scores</vt:lpstr>
      <vt:lpstr>Z-Scores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Standard Normal Distribution</vt:lpstr>
      <vt:lpstr>PowerPoint Presentation</vt:lpstr>
      <vt:lpstr>PowerPoint Presentation</vt:lpstr>
      <vt:lpstr>PowerPoint Presentation</vt:lpstr>
      <vt:lpstr>PowerPoint Presentation</vt:lpstr>
      <vt:lpstr>Standard Normal Distribution (SND)</vt:lpstr>
      <vt:lpstr>Standard Normal Distribution (SND)</vt:lpstr>
      <vt:lpstr>PowerPoint Presentation</vt:lpstr>
      <vt:lpstr>Distributions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Z-Scores to P-Values</vt:lpstr>
      <vt:lpstr>Z-Scores to P-Values</vt:lpstr>
      <vt:lpstr>Z-Scores to P-Values</vt:lpstr>
      <vt:lpstr>Z-Scores to P-Values</vt:lpstr>
      <vt:lpstr>Z-Scores to P-Values</vt:lpstr>
      <vt:lpstr>Z-Scores to P-Values</vt:lpstr>
      <vt:lpstr>Z-Scores to P-Values</vt:lpstr>
      <vt:lpstr>Z-Scores to P-Values</vt:lpstr>
      <vt:lpstr>Z-Scores to P-Values</vt:lpstr>
      <vt:lpstr>PowerPoint Presentation</vt:lpstr>
      <vt:lpstr>PowerPoint Presentation</vt:lpstr>
      <vt:lpstr>P-Values to Z-Scores</vt:lpstr>
      <vt:lpstr>P-Values to Z-Scores</vt:lpstr>
      <vt:lpstr>P-Values to Z-Scores</vt:lpstr>
      <vt:lpstr>PowerPoint Presentation</vt:lpstr>
      <vt:lpstr>Extra Resources</vt:lpstr>
      <vt:lpstr>Stats Problem Generator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Z-Scores and the  Normal Distribution</dc:title>
  <dc:creator>Microsoft Office User</dc:creator>
  <cp:lastModifiedBy>Chad Williams</cp:lastModifiedBy>
  <cp:revision>75</cp:revision>
  <dcterms:created xsi:type="dcterms:W3CDTF">2021-05-20T00:11:29Z</dcterms:created>
  <dcterms:modified xsi:type="dcterms:W3CDTF">2026-08-20T20:27:49Z</dcterms:modified>
</cp:coreProperties>
</file>